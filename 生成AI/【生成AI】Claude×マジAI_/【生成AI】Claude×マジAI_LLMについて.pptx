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D3D2A-768C-3249-8552-54BC6F44D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CE5D14-A7BA-1931-4C06-088F6641A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EE94C-C49D-91A3-CFA8-E7E0C857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A4492E-2658-4AAF-C558-1B32B565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ABA6FA-C029-D300-1BCC-9BB2A269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38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9F0C1-A395-A433-12AC-DFF51108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FEC6B2-1D72-1C3F-3418-813CE823F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3C5378-BF11-B701-558A-20CF04BB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0F94A3-636D-AB6F-DE99-BFF41257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F9928F-4820-050D-4144-53E9EF74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4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103452-E343-0339-92E4-8E4ED692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408975-5D05-BB5B-1BC8-7DB55B2D9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339E01-F974-3FBA-FF5B-167A1011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8D0B09-5FEC-B43C-45CA-C92B8AEB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0761A-8BAA-83EE-618B-8F4F24DA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567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05E3F-1756-E17B-A215-FAA9F9EE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F77288-27BF-5867-4779-6FF4BD4F1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B51863B-1048-2668-3BAB-BD1E31BDD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CE93FD-D2E9-5F2A-65D7-7BDD5391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806290-0DD6-61EA-8A97-C30DA225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E38D44-312E-40F5-ED5B-F6B90F83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82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C3A5D-B51E-4C5A-7B9A-491108D4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1CF867-AF87-93BD-0433-8F231D306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DD10AD-6E91-449E-A5C8-08BCA3A1E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AC0154C-91BA-BEEE-DC8A-AB6086BBF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A1DF56-EB9E-416C-8077-90C640EEF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B900E2-3722-4697-32C1-ED6C9FB0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8890799-AFFA-0A4C-F1B4-3033AD18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D3E820-EFF4-8ADC-3EF1-498E8568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1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973BF-6801-D4C6-B258-02846283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5014D17-C3C5-D57C-0955-3936184D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22DD12-0E6E-AE5F-C432-9F24CCFA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7739BE-48B3-0E89-21B1-C7E221E2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44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E3A156-D6A0-8F69-0757-EF9161DA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F82334-9160-BA0F-508E-5D877E250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ECDA04-4EA3-8436-016E-EB5D366A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771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543378-9329-3AA7-0B79-B863B638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3B05CF-0FAB-5B3B-F412-3171E2B95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8F82C0-E6EC-1DB0-6D32-4881F8A47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03B55E-BF8D-AA9A-C49F-C61B2351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C0499B-042D-F674-A4AC-8DAD5FAD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751185-43BC-A432-EE1B-599C9E44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06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E5C24-F78A-A848-3304-1AF87F8A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AC67EE-1317-B348-34A4-D6A143E11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B62579-979F-A447-1BB5-9E49A8D80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81F363-9D54-200D-FA86-FD514F4B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2FA92B-C9CF-C19E-C916-14D1D1B2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519E2E-222B-A402-04C3-47D2301C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84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285DC-A6EA-85B4-BF4B-99704DF7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791196-2DC2-41B1-1149-AE451BF69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7C2BB-A9D1-DDD7-32E4-6334A164E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34CE5-0EA8-0E7A-5CD1-F1162A30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596F2C-07C5-5F3C-69E8-357F3959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29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CCB3F7-F393-7D7B-C94E-1E9DA53F5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7B1C30-9328-854B-ABE5-D12806F12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36838E-9E7A-0341-D6AE-5C040A1E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3BEC95-FDB2-747C-7EC6-236218D0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0D4707-125E-EB94-EFBE-76D0C5FC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69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2ABFA41-E22F-F682-D144-B331E81E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0747CC-4788-DA65-6521-1763633D5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0FE5F5-AEF8-A00B-C67B-F0B8B2849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AC9AA-227F-4460-B288-6AFBF2C84A1B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BB1FC2-44F6-E036-DA02-1A52AB38E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665894-F3D1-59A3-75B4-CBC12BB8C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3F384-9F95-42DF-9C48-5270D898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53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43084-09BC-5E46-1090-5338953B34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45E93D-4B7B-8B49-E924-861A01AE2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5D4FF4B-1577-BB0A-F711-9D81F53BF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8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BAA877-C7EC-9657-A55F-B0BBA0FD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F16EF49-3BFF-30DC-D983-325CAF8D6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7551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4EBDB6-CBF3-7674-A086-87481AF69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DB966C6-FB06-51AB-35F4-DEA8A341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8759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2025-12-12T00:36:20Z</dcterms:created>
  <dcterms:modified xsi:type="dcterms:W3CDTF">2025-12-12T00:38:20Z</dcterms:modified>
</cp:coreProperties>
</file>