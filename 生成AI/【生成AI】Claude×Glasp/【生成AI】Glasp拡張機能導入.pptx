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F19F08-9D36-CBCD-89A1-4FB6BEBD0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1F5EEC8-1CBE-8D53-A998-D36FAA6BFF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276A7D-FCD3-5F1D-D468-ACD42247A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90AA6-D0BC-46B4-BE42-09804360907F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BA1FB1-58E7-3D51-B97B-F297A450B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39DA5B-D59F-422F-4D73-C6FF1277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8DA84-797F-4146-9BD3-AE268C99EE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9300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C6C2AC-3A7F-E39C-28F3-7C8935C3D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CC6743-7563-2BF5-4B7D-F56881108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8D4DCB-B1AE-FD77-6EAA-989497452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90AA6-D0BC-46B4-BE42-09804360907F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AB6844-C415-9CF5-D6A1-8E80D4C36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1F8DE5F-2222-C9FD-3E14-B4A6F6F5A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8DA84-797F-4146-9BD3-AE268C99EE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1992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79BE1E-0A7D-5D80-B463-8DC303ED7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6FAC488-5617-CD8E-FE4D-A73D56CE8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719500-44EA-75F9-63B0-4CD04779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90AA6-D0BC-46B4-BE42-09804360907F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165B79-57F2-6D7F-0A62-C44B9C353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BA6FAE-2636-5448-B064-B4CFB4C1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8DA84-797F-4146-9BD3-AE268C99EE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3192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42C366-0631-BDBD-4A98-948B8A258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2072AE-3A91-FDF9-EACC-7FB93772D0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6BDF598-3ADE-11EB-3E13-0D91C77951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2CFD57C-260E-0397-CB36-B9522E773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90AA6-D0BC-46B4-BE42-09804360907F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029B03-21C7-955E-7DE9-A0948CFF1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7D57E71-830D-E906-6267-0991AFA63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8DA84-797F-4146-9BD3-AE268C99EE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4935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6783DB-48A9-8988-D539-455D5CCAC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D39007A-6BEF-62C0-E978-30795A7D2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8A7E0FA-4EF9-A566-A88A-E4B0F44F82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88522FB-E01D-459C-007B-D1612221A7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1968342-7B87-58BC-C5B7-E07842276D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75D26A0-3A6C-3807-7E49-6D6E192FC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90AA6-D0BC-46B4-BE42-09804360907F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E4BF7D9-777C-91E4-D818-A4E3E7B2B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69ADF1A-ABA3-B79F-C15B-C34835F82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8DA84-797F-4146-9BD3-AE268C99EE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6282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6FDCE3-D959-A8AF-33BD-4166BB011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DFF5C29-08DE-BE67-225D-C0BBC3FEB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90AA6-D0BC-46B4-BE42-09804360907F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F2B9588-6529-1B2F-72A1-0B5F05C7C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383CFFD-DC23-49DF-3424-9923178B0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8DA84-797F-4146-9BD3-AE268C99EE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6594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74097CD-D613-9008-8A4C-04358620A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90AA6-D0BC-46B4-BE42-09804360907F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CFCDD60-502A-4E43-DBA5-8FFEFD134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D158E7-DC44-B2DB-4EF5-976393CD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8DA84-797F-4146-9BD3-AE268C99EE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145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EE6624-0C73-2E5F-B530-64FBA668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7271BC-85AE-80F7-7D89-84D2F0420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88ED640-1FEF-CCE2-E951-8100A3B20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0095841-4AB2-E4D7-44F3-C6BDBAC92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90AA6-D0BC-46B4-BE42-09804360907F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208931F-DE42-DAC5-33A0-586405B33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A5AEF11-C00E-52EF-15CA-71964C3EC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8DA84-797F-4146-9BD3-AE268C99EE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0635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538FD5-793F-00FE-31A5-97D7814C7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BBC0545-C0ED-0A8B-A41F-2174184D5A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961A1A9-6F7F-7DBF-90BD-EA684FA34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B43D28C-E6D9-F533-55E6-8E2AC37FF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90AA6-D0BC-46B4-BE42-09804360907F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0AD9731-ABA5-92DF-03C6-D906C84D4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092721C-F1C8-29CE-E41B-68D6E34ED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8DA84-797F-4146-9BD3-AE268C99EE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2279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A07403-FD52-EBEF-B7AB-B91DEB338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C4A04F3-ED89-7EAB-7357-F272953C7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4182B8-06B1-278E-945F-70F1FE1B5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90AA6-D0BC-46B4-BE42-09804360907F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D68974-4872-40D1-0685-378FF5ED2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90DF31-2BB5-6852-20FC-65EBA66F9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8DA84-797F-4146-9BD3-AE268C99EE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9938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9048411-C382-375F-671C-97E1D2112A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6C19B80-4131-B489-E272-EA1CA8110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45D79A-8F9E-1F3B-6C9B-FCCE8AE3D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90AA6-D0BC-46B4-BE42-09804360907F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09DAA0-7C86-9802-2137-2D974344D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F00288-00BD-B3B8-A694-DB1049443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8DA84-797F-4146-9BD3-AE268C99EE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5922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FA889E5-B054-A875-3C24-D99A4D3B7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BB08E12-1532-8907-6F7F-85FF0F562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E087F3-9FFF-AA89-A9C9-8EEA86FE8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890AA6-D0BC-46B4-BE42-09804360907F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ECE8F7-7323-AD12-F604-3F0875837B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A30DB9-CDAD-ADE3-A8FD-3E5DF77F7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58DA84-797F-4146-9BD3-AE268C99EE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8974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539831-4F14-5C03-5901-E4E04D6FBF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DF258D8-707E-80E7-6EDA-991ACC6974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0ECA1165-3293-58C8-69A6-761D807EC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262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75EBC3-1D2E-C2F0-4998-2C7887085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9CCA59-8698-F1C7-EADC-4C38E3C49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273BE76-9241-2DBD-8682-DC608B0B4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774"/>
            <a:ext cx="12330487" cy="687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254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32A979-0141-4AD4-9F50-B51F0B591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592CB3B-95E7-7CF2-ACA0-AC738425B7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4991" y="-29980"/>
            <a:ext cx="12262118" cy="688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223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0</Words>
  <Application>Microsoft Office PowerPoint</Application>
  <PresentationFormat>ワイド画面</PresentationFormat>
  <Paragraphs>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池邊　智志/キャル㈱</dc:creator>
  <cp:lastModifiedBy>池邊　智志/キャル㈱</cp:lastModifiedBy>
  <cp:revision>2</cp:revision>
  <dcterms:created xsi:type="dcterms:W3CDTF">2025-12-04T03:29:44Z</dcterms:created>
  <dcterms:modified xsi:type="dcterms:W3CDTF">2025-12-04T06:14:04Z</dcterms:modified>
</cp:coreProperties>
</file>