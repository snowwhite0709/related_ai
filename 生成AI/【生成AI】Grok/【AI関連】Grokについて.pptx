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3B9B9A-7388-C6F6-324A-48ACF33BF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B6919D-5BFE-4CFD-8571-0E7023034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FF6FD6-E006-D56A-6A24-8DF86201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94C3D9-9F9F-4C38-9570-E1229169D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EDE47B-F178-241E-E32C-DF81B07D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024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5AD639-32B8-4043-66F6-5621A646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E084E8-69B7-BD67-3E6F-345487715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75DB95-5A45-8A10-0FF6-8919FE3D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CC0FE8-7AEE-85A2-3FCD-CBE7D3A01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F77FA4-380A-A0BA-6D2B-134233E5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606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A12AE-C34A-BDF0-5486-C1AD6D0CF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1207E-AEBD-9565-3CF4-A3EAA9224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3AED78-BAA4-ACF0-1A6C-9816FDFB3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4AE39D-2FE9-9C5F-2BA0-533B7783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E73447-CFB2-C265-7E15-7CA981F9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4044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D23776-5138-FFA2-50CC-A1A43CEF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64BF1F-4F67-C638-2BC3-AB889D36B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340C8E-192A-A64F-AF82-85DF65C20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97AF6E-5CA1-4EA7-71FE-CC056DC4B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5397FE-74BE-CFE4-5B2A-00AF63E2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C30A267-4111-A4B3-707E-AC3F9B6E7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33136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DDFF26-13A4-383D-B00A-D8E6FF9AD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936010-A38C-F04B-9C72-CE61C00A6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C7FBB40-9B73-004B-676F-6D21F644F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410AC6A-F0F2-8A76-02AA-0A99A0BEA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26D65C3-0841-5481-EBEC-797DD3FE1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57D3C50-7F79-ABAA-BC87-2D87101BF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EF77C5-5F56-A27D-CBA6-AE3B4F8DC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4F00202-0046-36F5-A6E8-E65AEE5E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086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2D831-7546-6AC8-E96A-0AB8D6D5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5D3C36-DBA6-2763-EA57-FB128B25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967B1D-806A-FFA4-B7B2-6094A151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6573B2F-5FCA-BEC5-57C1-5F9D8F1F0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729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DAAA8A2-7845-F666-BB57-B1757E2AF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182470A-B99B-E8D0-FCF3-2C234F7D5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909EB8A-4714-80F6-B17C-BD203143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473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FA9896-3F92-CE14-F339-CAD767E03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0DCCDE-EDE0-69DC-60FE-DB02F22D9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8C06D9D-77C5-5AEB-42B8-4723BFAFB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D3ABC9-8FAC-7F35-1700-87AE20DC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1A33AE-6A79-4C21-C016-D61C10E3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71284C-A5AD-6A4A-3EA8-1E480BFA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1187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96777F-EFA0-95DD-C306-9198626AD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287870D-1600-D504-164B-14802D69A6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5A0E6B-B317-8CCA-2542-AA19F2739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29BFDB-584C-4034-E38E-DB07F2145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402EFB-4CFC-229C-78C0-F53905993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E9D6F44-A6D2-DB04-72F8-A92D1A59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948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BEB2DF-ACC7-A096-A290-68546157A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1A9B59F-0D0C-9F1B-9022-86DD670E8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482AEF-43CF-5B3F-516D-390FD57E2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855C6D-F8C5-5177-D499-E2921CDC3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7043D0-D3C7-5CFF-7C3B-857B7153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3821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5FEA9D6-4458-43B0-C192-CC74C352A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C10EB0-4C54-A4BD-EAED-E05E696F9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34C65F-B1EF-F567-0589-36023CB4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3357F6-6666-B2C0-3D78-C4F6583B2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D909E4-3BFC-4E45-7C68-2E75A3ED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107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3F0154-8688-8C06-1D84-08082C9F5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B21F54-A56C-7F02-A025-A6A08BCFA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A16054-E4B6-9E54-7FF1-1FBA4AC43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97279-60B0-45B6-B8BA-C003CCAB9DED}" type="datetimeFigureOut">
              <a:rPr kumimoji="1" lang="ja-JP" altLang="en-US" smtClean="0"/>
              <a:t>2026/1/8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F3C2D9-CA17-00DC-D811-CB8F60EAD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1312FE-E29B-6715-74ED-E26F5E65E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A56AF-2DD6-4AD6-A652-F74BBC4CB9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6604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F8B25B-647D-CF7F-9C3F-2E465DAAAB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164C33C-9462-101E-D24D-EFC3D23FE9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68F91C04-E4B8-D188-B78B-C20B2A2A18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08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99985E-34BC-BA3E-5080-BECCA959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46329B33-0F39-1453-81F2-FF96CE0A7C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009550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C148B3-01AE-27AC-1156-349617048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620F215-5743-CD94-2280-0D4CFD7787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/>
          </a:solidFill>
          <a:ln w="7620" cap="flat">
            <a:noFill/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B3F715A-72A7-F123-B277-13D6B5CB0ACB}"/>
              </a:ext>
            </a:extLst>
          </p:cNvPr>
          <p:cNvSpPr txBox="1"/>
          <p:nvPr/>
        </p:nvSpPr>
        <p:spPr>
          <a:xfrm>
            <a:off x="518160" y="412759"/>
            <a:ext cx="4736246" cy="4660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3300" b="1" spc="0" baseline="0" dirty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Grok</a:t>
            </a:r>
            <a:r>
              <a:rPr lang="ja-JP" altLang="en-US" sz="3300" b="1" spc="0" baseline="0" dirty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の効果的な活用</a:t>
            </a:r>
            <a:r>
              <a:rPr lang="ja-JP" altLang="en-US" sz="3300" b="1" spc="0" baseline="0" dirty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ポ</a:t>
            </a:r>
            <a:r>
              <a:rPr lang="ja-JP" altLang="en-US" sz="3300" b="1" spc="0" baseline="0" dirty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イント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A8C0FFD-8957-A395-0906-608E2E4AFB93}"/>
              </a:ext>
            </a:extLst>
          </p:cNvPr>
          <p:cNvSpPr txBox="1"/>
          <p:nvPr/>
        </p:nvSpPr>
        <p:spPr>
          <a:xfrm>
            <a:off x="518160" y="849630"/>
            <a:ext cx="1889760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400" spc="0" baseline="0">
                <a:ln/>
                <a:solidFill>
                  <a:srgbClr val="888888"/>
                </a:solidFill>
                <a:latin typeface="ＭＳ ゴシック"/>
                <a:ea typeface="ＭＳ ゴシック"/>
                <a:sym typeface="ＭＳ ゴシック"/>
                <a:rtl val="0"/>
              </a:rPr>
              <a:t>（注意点込み）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7DDD563-1F2E-052C-2744-C50B1EF49BD6}"/>
              </a:ext>
            </a:extLst>
          </p:cNvPr>
          <p:cNvSpPr/>
          <p:nvPr/>
        </p:nvSpPr>
        <p:spPr>
          <a:xfrm>
            <a:off x="609600" y="1257300"/>
            <a:ext cx="10972800" cy="30480"/>
          </a:xfrm>
          <a:prstGeom prst="rect">
            <a:avLst/>
          </a:prstGeom>
          <a:solidFill>
            <a:srgbClr val="FF9800"/>
          </a:solidFill>
          <a:ln w="7620" cap="flat">
            <a:noFill/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FF2DCB3-0AFD-879B-FE79-1D28A4112DAA}"/>
              </a:ext>
            </a:extLst>
          </p:cNvPr>
          <p:cNvSpPr txBox="1"/>
          <p:nvPr/>
        </p:nvSpPr>
        <p:spPr>
          <a:xfrm>
            <a:off x="518160" y="1510426"/>
            <a:ext cx="2541924" cy="320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250" b="1" spc="0" baseline="0">
                <a:ln/>
                <a:solidFill>
                  <a:srgbClr val="FF980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おすすめの使いどころ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9B86F9-4A9E-887B-C832-23A2A9B0706C}"/>
              </a:ext>
            </a:extLst>
          </p:cNvPr>
          <p:cNvSpPr txBox="1"/>
          <p:nvPr/>
        </p:nvSpPr>
        <p:spPr>
          <a:xfrm>
            <a:off x="822960" y="1846123"/>
            <a:ext cx="3406675" cy="295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800" spc="0" baseline="0">
                <a:ln/>
                <a:solidFill>
                  <a:srgbClr val="E0E0E0"/>
                </a:solidFill>
                <a:latin typeface="Arial"/>
                <a:cs typeface="Arial"/>
                <a:sym typeface="Arial"/>
                <a:rtl val="0"/>
              </a:rPr>
              <a:t>• </a:t>
            </a:r>
            <a:r>
              <a:rPr lang="ja-JP" altLang="en-US" sz="1800" spc="0" baseline="0">
                <a:ln/>
                <a:solidFill>
                  <a:srgbClr val="E0E0E0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他人のプロンプト事例を集めたいとき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2A3B678-625C-D9C3-FA0C-7105CF242A65}"/>
              </a:ext>
            </a:extLst>
          </p:cNvPr>
          <p:cNvSpPr txBox="1"/>
          <p:nvPr/>
        </p:nvSpPr>
        <p:spPr>
          <a:xfrm>
            <a:off x="822960" y="2112823"/>
            <a:ext cx="4128105" cy="295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800" spc="0" baseline="0" dirty="0">
                <a:ln/>
                <a:solidFill>
                  <a:srgbClr val="E0E0E0"/>
                </a:solidFill>
                <a:latin typeface="Arial"/>
                <a:cs typeface="Arial"/>
                <a:sym typeface="Arial"/>
                <a:rtl val="0"/>
              </a:rPr>
              <a:t>• </a:t>
            </a:r>
            <a:r>
              <a:rPr lang="ja-JP" altLang="en-US" sz="1800" spc="0" baseline="0" dirty="0">
                <a:ln/>
                <a:solidFill>
                  <a:srgbClr val="E0E0E0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最新トレンド・流行中の</a:t>
            </a:r>
            <a:r>
              <a:rPr lang="ja-JP" altLang="en-US" sz="1800" spc="0" baseline="0" dirty="0">
                <a:ln/>
                <a:solidFill>
                  <a:srgbClr val="E0E0E0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AI</a:t>
            </a:r>
            <a:r>
              <a:rPr lang="ja-JP" altLang="en-US" sz="1800" spc="0" baseline="0" dirty="0">
                <a:ln/>
                <a:solidFill>
                  <a:srgbClr val="E0E0E0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活用を知りたいとき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C14A3D4-3177-8436-F9BC-1A8130B8D57C}"/>
              </a:ext>
            </a:extLst>
          </p:cNvPr>
          <p:cNvSpPr txBox="1"/>
          <p:nvPr/>
        </p:nvSpPr>
        <p:spPr>
          <a:xfrm>
            <a:off x="822960" y="2379523"/>
            <a:ext cx="3223795" cy="295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800" spc="0" baseline="0">
                <a:ln/>
                <a:solidFill>
                  <a:srgbClr val="E0E0E0"/>
                </a:solidFill>
                <a:latin typeface="Arial"/>
                <a:cs typeface="Arial"/>
                <a:sym typeface="Arial"/>
                <a:rtl val="0"/>
              </a:rPr>
              <a:t>• </a:t>
            </a:r>
            <a:r>
              <a:rPr lang="ja-JP" altLang="en-US" sz="1800" spc="0" baseline="0">
                <a:ln/>
                <a:solidFill>
                  <a:srgbClr val="E0E0E0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自分のプロンプト改善のヒント探し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3A060DC-59B7-3DCA-3B09-4F15F24E6280}"/>
              </a:ext>
            </a:extLst>
          </p:cNvPr>
          <p:cNvSpPr txBox="1"/>
          <p:nvPr/>
        </p:nvSpPr>
        <p:spPr>
          <a:xfrm>
            <a:off x="518160" y="2793697"/>
            <a:ext cx="3397917" cy="395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250" b="1" spc="0" baseline="0">
                <a:ln/>
                <a:solidFill>
                  <a:srgbClr val="FF5252"/>
                </a:solidFill>
                <a:latin typeface="Segoe UI Emoji"/>
                <a:sym typeface="Segoe UI Emoji"/>
                <a:rtl val="0"/>
              </a:rPr>
              <a:t>⚠️</a:t>
            </a:r>
            <a:r>
              <a:rPr lang="ja-JP" altLang="en-US" sz="2250" b="1" spc="0" baseline="0">
                <a:ln/>
                <a:solidFill>
                  <a:srgbClr val="FF5252"/>
                </a:solidFill>
                <a:latin typeface="Arial"/>
                <a:cs typeface="Arial"/>
                <a:sym typeface="Arial"/>
                <a:rtl val="0"/>
              </a:rPr>
              <a:t> </a:t>
            </a:r>
            <a:r>
              <a:rPr lang="ja-JP" altLang="en-US" sz="2250" b="1" spc="0" baseline="0">
                <a:ln/>
                <a:solidFill>
                  <a:srgbClr val="FF525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注意点（動画内での指摘）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FD2780E-328C-E64D-1794-2FC8867A6B59}"/>
              </a:ext>
            </a:extLst>
          </p:cNvPr>
          <p:cNvSpPr txBox="1"/>
          <p:nvPr/>
        </p:nvSpPr>
        <p:spPr>
          <a:xfrm>
            <a:off x="822960" y="3179623"/>
            <a:ext cx="4503955" cy="295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800" spc="0" baseline="0">
                <a:ln/>
                <a:solidFill>
                  <a:srgbClr val="E0E0E0"/>
                </a:solidFill>
                <a:latin typeface="Arial"/>
                <a:cs typeface="Arial"/>
                <a:sym typeface="Arial"/>
                <a:rtl val="0"/>
              </a:rPr>
              <a:t>• </a:t>
            </a:r>
            <a:r>
              <a:rPr lang="ja-JP" altLang="en-US" sz="1800" spc="0" baseline="0">
                <a:ln/>
                <a:solidFill>
                  <a:srgbClr val="E0E0E0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そのままコピペするだけではスキルが身につかない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6B4C048-8D93-846D-755D-E79D2462CFF1}"/>
              </a:ext>
            </a:extLst>
          </p:cNvPr>
          <p:cNvSpPr txBox="1"/>
          <p:nvPr/>
        </p:nvSpPr>
        <p:spPr>
          <a:xfrm>
            <a:off x="822960" y="3446323"/>
            <a:ext cx="5052595" cy="295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800" spc="0" baseline="0">
                <a:ln/>
                <a:solidFill>
                  <a:srgbClr val="E0E0E0"/>
                </a:solidFill>
                <a:latin typeface="Arial"/>
                <a:cs typeface="Arial"/>
                <a:sym typeface="Arial"/>
                <a:rtl val="0"/>
              </a:rPr>
              <a:t>• </a:t>
            </a:r>
            <a:r>
              <a:rPr lang="ja-JP" altLang="en-US" sz="1800" spc="0" baseline="0">
                <a:ln/>
                <a:solidFill>
                  <a:srgbClr val="E0E0E0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「自分の目的に合わせてどう使うか」を考えることが重要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0C4A8C4-4779-3AFD-ADA6-998EB24B7850}"/>
              </a:ext>
            </a:extLst>
          </p:cNvPr>
          <p:cNvSpPr txBox="1"/>
          <p:nvPr/>
        </p:nvSpPr>
        <p:spPr>
          <a:xfrm>
            <a:off x="518160" y="3910726"/>
            <a:ext cx="2541924" cy="320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250" b="1" spc="0" baseline="0">
                <a:ln/>
                <a:solidFill>
                  <a:srgbClr val="4CAF5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正しい使い方の考え方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BC4FA72-3034-38A1-3122-14B7BC211207}"/>
              </a:ext>
            </a:extLst>
          </p:cNvPr>
          <p:cNvSpPr/>
          <p:nvPr/>
        </p:nvSpPr>
        <p:spPr>
          <a:xfrm>
            <a:off x="914400" y="4305300"/>
            <a:ext cx="10668000" cy="533400"/>
          </a:xfrm>
          <a:prstGeom prst="rect">
            <a:avLst/>
          </a:prstGeom>
          <a:solidFill>
            <a:srgbClr val="2A2A4E"/>
          </a:solidFill>
          <a:ln w="7620" cap="flat">
            <a:noFill/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757DD77-ACBF-FFD9-902D-1CE04DFA0B62}"/>
              </a:ext>
            </a:extLst>
          </p:cNvPr>
          <p:cNvSpPr txBox="1"/>
          <p:nvPr/>
        </p:nvSpPr>
        <p:spPr>
          <a:xfrm>
            <a:off x="1127760" y="4423127"/>
            <a:ext cx="6387576" cy="312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950" spc="0" baseline="0">
                <a:ln/>
                <a:solidFill>
                  <a:srgbClr val="E0E0E0"/>
                </a:solidFill>
                <a:latin typeface="Arial"/>
                <a:cs typeface="Arial"/>
                <a:sym typeface="Arial"/>
                <a:rtl val="0"/>
              </a:rPr>
              <a:t>Grok</a:t>
            </a:r>
            <a:r>
              <a:rPr lang="ja-JP" altLang="en-US" sz="1950" spc="0" baseline="0">
                <a:ln/>
                <a:solidFill>
                  <a:srgbClr val="E0E0E0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で「素材」を集め、</a:t>
            </a:r>
            <a:r>
              <a:rPr lang="ja-JP" altLang="en-US" sz="1950" spc="0" baseline="0">
                <a:ln/>
                <a:solidFill>
                  <a:srgbClr val="E0E0E0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ChatGPT / Gemini</a:t>
            </a:r>
            <a:r>
              <a:rPr lang="ja-JP" altLang="en-US" sz="1950" spc="0" baseline="0">
                <a:ln/>
                <a:solidFill>
                  <a:srgbClr val="E0E0E0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で「整理・仕上げ」をする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3B2A3DC-6FAF-10A5-318E-7C60F8F05B10}"/>
              </a:ext>
            </a:extLst>
          </p:cNvPr>
          <p:cNvSpPr/>
          <p:nvPr/>
        </p:nvSpPr>
        <p:spPr>
          <a:xfrm>
            <a:off x="609600" y="5181600"/>
            <a:ext cx="10972800" cy="1066800"/>
          </a:xfrm>
          <a:prstGeom prst="rect">
            <a:avLst/>
          </a:prstGeom>
          <a:solidFill>
            <a:srgbClr val="4CAF50">
              <a:alpha val="20000"/>
            </a:srgbClr>
          </a:solidFill>
          <a:ln w="7620" cap="flat">
            <a:noFill/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E029DAE-5231-FBA6-C161-071668592B47}"/>
              </a:ext>
            </a:extLst>
          </p:cNvPr>
          <p:cNvSpPr/>
          <p:nvPr/>
        </p:nvSpPr>
        <p:spPr>
          <a:xfrm>
            <a:off x="609600" y="5181600"/>
            <a:ext cx="10972800" cy="1066800"/>
          </a:xfrm>
          <a:prstGeom prst="rect">
            <a:avLst/>
          </a:prstGeom>
          <a:noFill/>
          <a:ln w="22860" cap="flat">
            <a:solidFill>
              <a:srgbClr val="4CAF50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9115DBF-CAA0-ED6B-4F47-A86859E45320}"/>
              </a:ext>
            </a:extLst>
          </p:cNvPr>
          <p:cNvSpPr txBox="1"/>
          <p:nvPr/>
        </p:nvSpPr>
        <p:spPr>
          <a:xfrm>
            <a:off x="5627370" y="5345430"/>
            <a:ext cx="934402" cy="3352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400" b="1" spc="0" baseline="0">
                <a:ln/>
                <a:solidFill>
                  <a:srgbClr val="4CAF5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まとめ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124354D-857A-DFDD-7327-8A0849421CC3}"/>
              </a:ext>
            </a:extLst>
          </p:cNvPr>
          <p:cNvSpPr txBox="1"/>
          <p:nvPr/>
        </p:nvSpPr>
        <p:spPr>
          <a:xfrm>
            <a:off x="3131723" y="5687645"/>
            <a:ext cx="5926291" cy="3979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270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Grok</a:t>
            </a:r>
            <a:r>
              <a:rPr lang="ja-JP" altLang="en-US" sz="27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は「探す</a:t>
            </a:r>
            <a:r>
              <a:rPr lang="ja-JP" altLang="en-US" sz="2700" b="1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AI</a:t>
            </a:r>
            <a:r>
              <a:rPr lang="ja-JP" altLang="en-US" sz="27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」、</a:t>
            </a:r>
            <a:r>
              <a:rPr lang="ja-JP" altLang="en-US" sz="2700" b="1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ChatGPT</a:t>
            </a:r>
            <a:r>
              <a:rPr lang="ja-JP" altLang="en-US" sz="27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は「整える</a:t>
            </a:r>
            <a:r>
              <a:rPr lang="ja-JP" altLang="en-US" sz="2700" b="1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AI</a:t>
            </a:r>
            <a:r>
              <a:rPr lang="ja-JP" altLang="en-US" sz="27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」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C5FB6C3-E63A-A452-6B36-5612375786A5}"/>
              </a:ext>
            </a:extLst>
          </p:cNvPr>
          <p:cNvSpPr txBox="1"/>
          <p:nvPr/>
        </p:nvSpPr>
        <p:spPr>
          <a:xfrm>
            <a:off x="11338560" y="6418123"/>
            <a:ext cx="538728" cy="295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800" spc="0" baseline="0">
                <a:ln/>
                <a:solidFill>
                  <a:srgbClr val="888888"/>
                </a:solidFill>
                <a:latin typeface="Arial"/>
                <a:cs typeface="Arial"/>
                <a:sym typeface="Arial"/>
                <a:rtl val="0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474657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116</Words>
  <Application>Microsoft Office PowerPoint</Application>
  <PresentationFormat>ワイド画面</PresentationFormat>
  <Paragraphs>14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ＭＳ ゴシック</vt:lpstr>
      <vt:lpstr>游ゴシック</vt:lpstr>
      <vt:lpstr>游ゴシック Light</vt:lpstr>
      <vt:lpstr>Arial</vt:lpstr>
      <vt:lpstr>Segoe UI Emoji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池邊　智志/キャル㈱</dc:creator>
  <cp:lastModifiedBy>池邊　智志/キャル㈱</cp:lastModifiedBy>
  <cp:revision>1</cp:revision>
  <dcterms:created xsi:type="dcterms:W3CDTF">2026-01-08T00:37:37Z</dcterms:created>
  <dcterms:modified xsi:type="dcterms:W3CDTF">2026-01-08T00:41:12Z</dcterms:modified>
</cp:coreProperties>
</file>