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3FEC81-29F6-908D-4FB7-958DA2EB6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67E9E2-9DC0-A2BE-702D-DEABF7D17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7F99F0-DE27-8A9F-13C4-F031F663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1ECF73-A8FF-E48A-DA31-FAC6ED74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2ED973-5365-23A9-AD3C-3F5AD8F9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79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8D6C4A-8267-94C8-5E8A-86A5FD5D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6D9EE0-D12F-B886-8879-4DA102CA4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1E2B09-7B66-7E00-0820-441FB9C2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E73DE8-68BD-3BB4-CDFC-3F14C7A6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AA959B-2ECF-9E2D-A38F-5B309B69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95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3A734B-C375-ED79-F769-33161EEC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E92B18-2954-5D75-668A-20C87E6C8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8133E3-01B2-7E5E-94A6-4E6D3C7D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4B4C4E-3CDB-05BE-37AF-B15D28518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A47E86-FC9D-1C08-597D-070CC045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48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F2DC3-20C7-9865-F664-ACB0B8AB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25B05C-152F-B6B7-9F94-BF9DA6D30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7474C5-AAFA-78A5-868A-7DF4CB8E5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CF4B0C-F6BC-237F-A04F-A8A6C4B7C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9C5300-5BF3-F271-DFA5-4B10BB7B8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D51F3E-96B0-EC2E-0EC4-53C82880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4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BF6160-87B8-FE91-BF8E-C1D14CE4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955AF7-7160-2C38-2681-7F6844330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88D741-189A-B489-E9CD-43ECFB416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257CC4-ED7C-03B7-7BEF-BB99D6A6E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F274BF5-670F-5E1D-5260-8F2AA030D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133F419-7F1A-0648-764B-C4ADFAD0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4A4173-B990-4478-7D28-B33CEF60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ABB995F-5EC7-B56D-5C7E-CF2611C7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77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DFF98-F658-60D2-B280-A4E0193D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95C0C4-CCB2-DCD2-F9DA-BBE0044F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CEB441-D660-C9CD-6F40-ADAE568AB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B205F0-0AC9-EFA4-106F-39114F56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4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9AFE7E5-F244-F826-5CDC-90120E19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C49EA3-0514-76AA-F912-0899DD36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B010E8-E14E-B2C0-B9CA-FAB151DB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05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7B965-426A-4734-FD92-9B95AC959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2E87D1-A25C-1819-86D8-B43DF0557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D253A7-DEBF-44B8-AEF7-A229A5FC4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E85DB8-C030-34FE-A15B-0058F3FB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143FAD-B6E9-6ECC-9760-48481EFC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579ED2-060D-DA78-A525-5A1D0D47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81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0EF08D-EBFD-5425-5EAE-FF95245C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8DC162-FB78-DDBD-0672-4AB604BCC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85CBA3-27D7-F810-0846-BB3819CA7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EC6B6-CDA7-873B-B528-DBF5D281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840EE4-B026-9AC1-3D8D-5D860A7D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9012E6-66D5-8A3C-813F-F67035F5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41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E7B6BF-3B4B-B408-0D5B-8E4D81DE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610E0A-0A94-7EA8-24C7-C54668C4D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73A217-536B-22B6-5782-9D4589A6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F2B4F4-5870-25B1-0EDB-6170E9A48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AFDEAB-D5CC-690D-19DB-5C9F7CDF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565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D6D472-F4B0-B7E7-4DD8-5FDDD6461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486DC1-4C12-1BA7-6D2D-D064BF5F0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D28E8D-BB9D-25EB-EEFF-B7A1BD01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84D904-32D3-1CA7-9963-056B9B5D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1356A9-F2D0-F7A7-95C7-9B01B588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43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CF6FA91-A7E2-D168-A937-2638C74E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209804-1F6D-4892-7E65-9E876E716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C2D672-8CF9-C009-1F85-23227F84F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1B7CE-2F9F-44C6-AFF8-66C2AE96870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CFB3FC-E6EF-D404-A1BB-FE6C9B273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476F0D-8C88-FED0-0BFE-27ABBBDED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6C611-4BD1-4B37-A7CB-AECC361E83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72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E419F2-56D0-E5F7-DF45-F8BC6101D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E4CE1E9-C964-C26A-AADD-25F249BF2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2EF97612-387C-53FB-36D7-6388F2CB6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25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B65D2-E22D-D0E2-A647-AF6C36CD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02929AE-7553-4999-F183-25FD4C4F1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907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144A0E-9896-F74C-A332-B6CAFE72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0D4D614-BAF9-D75E-E648-1B42E06B8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2998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智志 池邊</dc:creator>
  <cp:lastModifiedBy>智志 池邊</cp:lastModifiedBy>
  <cp:revision>1</cp:revision>
  <dcterms:created xsi:type="dcterms:W3CDTF">2026-01-13T13:36:00Z</dcterms:created>
  <dcterms:modified xsi:type="dcterms:W3CDTF">2026-01-13T13:36:08Z</dcterms:modified>
</cp:coreProperties>
</file>