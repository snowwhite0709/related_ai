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E1915D-7A89-A919-0241-638272730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6B3310-46B3-021A-C106-CE3BECBCA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54DA87-7DA3-51D1-CE3E-E942C158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D712CE-946C-BF0E-AB30-9D6CE9D1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19209C-520E-9A6B-22D6-7F82D8137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405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BCB8D9-0CAA-990E-322B-B8C62586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E3EBAE-D02D-9667-441F-A30D338C2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5C1866-870D-C225-ABED-6AD81400D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863675-89BB-7A9B-EA2C-45705DE3B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B6F893-9750-B116-455C-781B006A1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352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089E6D-A533-1A4A-B1C8-4D9C791AA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81D309-1941-D3F5-3E04-BC86965B0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939648-5D22-2B85-80EC-71C68AD58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7ED3B1-26C3-F298-AA30-D06BC86B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2A8442-083B-C18E-84C5-3AEEDA17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3783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CF1578-6F0B-382D-51E7-4834E75F2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5954EA-25DC-AA5F-D337-241A36D37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943FE7-05C8-E0C0-A7BC-15A688D09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60F6AF-D6FC-609B-10C8-33B7A2CDA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153D9F-0676-D492-C1F1-C05774153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ADCF8A-C036-73CE-756F-A3ED06A9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65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CD813A-C434-F075-5FC7-7A5C77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441D27-0218-A971-5CBF-C45C5A8C8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F5BECB-68A8-66D1-E7BA-F529DC693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1084D27-7BD9-24B2-3B3A-541D473BB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4700BC6-28E7-8A5B-8A6F-366425D612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EF6C5E6-0F27-F92A-57B1-5F7F2FFE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684D9CD-E14D-3837-8177-E381CA0E2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F272491-104F-B93E-28E6-35CBA225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720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82E461-D248-AADA-33EF-F1877821D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04A79B-A564-A496-5A0B-0CF6AFFCB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1D697D0-5322-C770-3C01-8256BC1A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E1F987-C81D-2C72-7CFF-566B5128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484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23366B5-19C6-D563-02DC-80D3B9C0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8ACBC87-6084-CB18-E8BF-C84501921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AEC4C0-1069-96EE-5918-CFE654BE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557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4F667F-2577-DF52-6363-B49257E3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FBBAD2-3550-965A-9804-00EEBEA3E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C2E4D0-36B3-DD3E-9CF6-7D58A0CB8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CC1A1D-FB45-6D0D-1ED0-C2952BBA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F10C9B-2F8E-DE39-C2BB-DFB24D38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5D916E-36B7-B2D5-86DC-94D71D8D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34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78E2E9-4954-FB2F-282A-77417F55D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4AD8BEA-AF92-5C8E-D773-6B45953AF6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849E6A0-9267-6E96-0A36-6C0C726A6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1C4111-661D-154A-3D08-F626848C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1F922C-9DEC-F10E-908B-95FD0A874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672623-4A1A-D91B-7555-7F1FCB87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50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175475-71A7-BECC-3DD2-38CDDBFE8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DA42D3-7E82-F349-84BA-5878ED026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6D70F1-C9D9-6F86-EEA7-F01831EA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465595-4203-8735-3E81-39EF432E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A17664-C3F3-0BD9-1B47-B47D7B1F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11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6D52196-EE25-25E9-B4CE-041B39AE03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279190-A727-DD92-09A7-E58B11E98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8A4844-7E78-FEB1-7A8E-CAB4E96FC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82ACB0-7D04-B7C0-C753-FCCE1113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2E8060-9C42-30F6-1971-440FB176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6659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60FDA27-4B51-DA43-B105-C8D224002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4E8337-D671-AEAC-7C89-4E7620002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C09E7-E1CF-F03B-F6B2-809D8B55E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C4F0B-EFC4-43B3-933E-BB5BF461F89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89FEFE-8347-993E-D133-CD3144BCE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13B84F-5DC3-BAEC-1156-722D9D3D9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F650B-ED52-4479-AB0A-2F274A513C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599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5ED32B-DD00-64FF-CB8F-9712B01A25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8474B1-F081-5151-4703-319F7FC3D2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04E03422-4A13-9E3D-0BE7-C7B9A96A7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7D95D-28C2-8712-000F-65528519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A877A11-6A76-1C5F-B941-6625E45BC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87262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89A3E2-DFF2-0FDD-9C51-3C1FF703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8D0CBE5-4ED1-00EB-4886-A0575E34B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38595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1</cp:revision>
  <dcterms:created xsi:type="dcterms:W3CDTF">2026-01-15T05:19:50Z</dcterms:created>
  <dcterms:modified xsi:type="dcterms:W3CDTF">2026-01-15T05:22:31Z</dcterms:modified>
</cp:coreProperties>
</file>