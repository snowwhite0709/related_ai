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A85FAC-0000-97C0-6F98-D69B14360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0871285-6719-E981-A935-7390E0895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0BB7B5-038E-A00D-667C-1A20CC02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0365-5003-4A98-8B59-4F879C2F5B85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560C60-3C15-62E0-62F5-4FAE161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2380D8-A02B-21D8-081F-831589B7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8495-137D-4524-9291-82B69FBE9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3426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E8BB03-D545-1783-6C3E-48302361B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17E329-957F-53C2-A9CA-40C0E9C5E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FF0640-13DC-7D52-64CF-50C07FFE4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0365-5003-4A98-8B59-4F879C2F5B85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6C0AA2-A159-DEA5-1FDB-C73BED5DE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D45419-802C-51C1-B136-48925C18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8495-137D-4524-9291-82B69FBE9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0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BA6A73-6350-22C6-B9BC-432084B08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0E79C4-B7D6-4AD1-3246-3375E8A24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97A8A4-3A81-B5BA-D091-8640598C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0365-5003-4A98-8B59-4F879C2F5B85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4F873B-3800-0C83-3697-5B664483A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61059F-C5E5-E22B-7845-6760F9DE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8495-137D-4524-9291-82B69FBE9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602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58A951-5FAC-01BF-9837-611DD7515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51F7D6-7B4F-2644-26DA-F6D436139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F918EE-8D06-89B6-5765-25BA3B936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929A4C0-99AA-6533-C1FA-6DEA3DCB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0365-5003-4A98-8B59-4F879C2F5B85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59C6E0-C429-201D-7F69-B3CBC35E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5A6C30-524A-B6FA-4797-374DDE457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8495-137D-4524-9291-82B69FBE9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076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F3EA99-881A-954C-2BB1-6FF3F0979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60F979-5C7F-F659-275A-C1E1C0284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CEE199-0B1B-7567-F6E7-5921A6AC1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9C0505C-FE91-C8BA-2038-0565CFA610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793C97-98A7-1F63-9FEE-35C1E0C55C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3ACE70B-5739-CAE8-6CBE-30BBB26FA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0365-5003-4A98-8B59-4F879C2F5B85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39AB7D3-FB99-511D-E46F-A1520B91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E9A33D3-A4D5-4D1D-842F-719ADA60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8495-137D-4524-9291-82B69FBE9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70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D7B47F-3E57-9260-2EF0-C939D39F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E2CA662-291A-2709-C0AB-8B13DB44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0365-5003-4A98-8B59-4F879C2F5B85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DAA8D33-5252-6A08-AD86-D6B5A2C0A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76F573-D698-4AE5-77AF-96A1C986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8495-137D-4524-9291-82B69FBE9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2052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8183410-FEF9-9D59-74A2-289BECA3B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0365-5003-4A98-8B59-4F879C2F5B85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A5D318C-AA13-0765-7D18-2140DAAA9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5FC78B-C091-F3A2-6CB3-E5DE39C4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8495-137D-4524-9291-82B69FBE9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6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EDFA69-1684-DF41-7183-53B368E58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726456-98CB-8F60-552C-B894E05D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5AEEDB-50CD-5AEE-5837-CE18755FD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264471-E458-321F-D9E1-4D5FA0FB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0365-5003-4A98-8B59-4F879C2F5B85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9E3D7D-6FB9-1839-8005-5FA367884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52D7CE-9399-F557-B8E0-40D4024FD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8495-137D-4524-9291-82B69FBE9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127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98461E-8253-DEC7-DBAB-9745EC1A8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639668A-6641-309E-D78C-2DE11668C0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EFBF0F-92A4-83DB-A4A2-505B1BBBF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FEB819-ED01-9ED2-83A7-C3774EB86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0365-5003-4A98-8B59-4F879C2F5B85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44109BC-27D1-F779-33F3-EBBF3F955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DDF510-F387-DBF8-4A03-BBC2D3F2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8495-137D-4524-9291-82B69FBE9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760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4E0053-B485-E1E4-E184-A7C4B59E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7BBBE2-EB12-7830-D47F-4508801C8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9884CB-BB7F-6C89-3FC9-EABE617B8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0365-5003-4A98-8B59-4F879C2F5B85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21A186-9B0E-0132-F586-2588DE678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AFF901-30EF-3A7F-1936-40C207A2A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8495-137D-4524-9291-82B69FBE9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3832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C6BA692-2D60-D6C0-354F-6156A2C411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C9F72E-644A-40C8-34AE-721F124EE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399CB5-AA0F-D2CA-9EBE-F23B30E73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80365-5003-4A98-8B59-4F879C2F5B85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637114-5067-0D31-220B-9FABE6317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E8F7F6-A8AF-F85B-8499-42C89E04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78495-137D-4524-9291-82B69FBE9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148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10DA373-B933-C05E-90EC-C0F268479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8FE62A-5689-5377-E43C-A09D4B68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70E535-0B7E-2A72-F9EE-18B45E780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F80365-5003-4A98-8B59-4F879C2F5B85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F91F19-CA9F-5E78-9213-5CEA735D1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EF4B4F-CF18-3E86-4EC8-BA492C411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78495-137D-4524-9291-82B69FBE90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660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C485D9-F557-145A-2652-922CDFF4AB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4854D04-B820-B69E-65C1-6D01AF8479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2EFFB7EF-720A-9AB4-B609-5F6F88005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02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050F39-94B8-B213-C239-9C2C0D76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6E11122-1108-4030-F013-80A6B87E1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83670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D5D36AF-202F-82B4-A668-89CF3EDE7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85429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1</cp:revision>
  <dcterms:created xsi:type="dcterms:W3CDTF">2025-12-10T23:48:26Z</dcterms:created>
  <dcterms:modified xsi:type="dcterms:W3CDTF">2025-12-11T06:35:39Z</dcterms:modified>
</cp:coreProperties>
</file>