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63" d="100"/>
          <a:sy n="63" d="100"/>
        </p:scale>
        <p:origin x="9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7EED5C-9009-0930-9E09-1C8BDC08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ABDDC6D-9896-6602-EB94-48AE218A8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05F975-0FE7-7A88-523B-C6EB4AC6F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0B78-D92F-4F7E-80E5-05B0F72A15B1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D0B417-49AA-842E-5E0C-4627746D7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F8D97F-205C-7D5E-6709-27D606CE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7C3C-33F7-47CB-ABE1-9DADB2C65F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0563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12B1B7-FE65-4565-3780-BC5F3191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E960F93-851C-2E76-5EBC-44AF1D9BF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1355A7-733F-1AEB-FDF2-0419FAD16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0B78-D92F-4F7E-80E5-05B0F72A15B1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EFD3E9-44DF-F50E-A12C-3734640C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3C9A36-B1A7-227E-879E-EC0E564EC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7C3C-33F7-47CB-ABE1-9DADB2C65F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8556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D53C71-3EFB-3B65-60A4-D07F3C909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2FCA0A-77B0-08BA-E374-79544CBA2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3E7AE47-41C7-EAE2-D5DC-2A23A9C3F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0B78-D92F-4F7E-80E5-05B0F72A15B1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6304EF-5124-9215-8BB0-741234E46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345F14-FF60-9E5D-A133-69D6D0761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7C3C-33F7-47CB-ABE1-9DADB2C65F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474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9E64B5-DBE2-58AD-AC88-0D8B249BF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8CB271-83D2-F031-2347-C3B76E100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810DBCE-93B2-2739-41DF-919C036B5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3A91D89-E59F-4328-BD4A-1111344DE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0B78-D92F-4F7E-80E5-05B0F72A15B1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611351-E509-8ADE-FB68-8B0F9ADDC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4CF4C2-7B80-A5BA-9F19-B839EE9A7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7C3C-33F7-47CB-ABE1-9DADB2C65F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071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DB8AEA-F614-DE00-3793-A87502D3C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6BB1527-2B4F-FD23-6FDA-8BF1ECA54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54EA0FE-F472-DC1B-129E-6422D44AA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935A72D-A30F-1D03-61DB-CD9FB43CC8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851DEFD-4626-4220-E225-AE2A0ED765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45CEBA2-8291-4B23-8473-B961854AE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0B78-D92F-4F7E-80E5-05B0F72A15B1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0C0E8B1-839F-812E-C5FE-5164A2101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3DCE55A-0ECB-9748-2273-21E210916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7C3C-33F7-47CB-ABE1-9DADB2C65F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1901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F2E845-FE8F-AF2B-9946-09B603CB2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CE1A350-6E23-8970-3370-91596F412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0B78-D92F-4F7E-80E5-05B0F72A15B1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CA3AEE0-6AAE-FE75-F9A0-3122ED72D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A6CCD81-FC70-6F31-AD25-86657A3A0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7C3C-33F7-47CB-ABE1-9DADB2C65F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431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94431D9-BFD9-F4A7-5E7B-C398BFB8D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0B78-D92F-4F7E-80E5-05B0F72A15B1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98F1C1D-5471-B7F1-E08D-475515EE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11044BB-0C86-E867-4DF4-14DBA2975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7C3C-33F7-47CB-ABE1-9DADB2C65F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1800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3E5D7D-1DF3-13B2-AB2C-768C00CB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1165EF-13E7-7AFA-7034-F53C8A8C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81911B-CA36-9EA2-1024-E92CE7BE0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0FAAC3-02F8-EB9F-EA5B-94201B58E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0B78-D92F-4F7E-80E5-05B0F72A15B1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CE86D7-38AD-DECA-2900-AA915D1E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C88849-3C2B-58B8-CEC0-E6EF0E637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7C3C-33F7-47CB-ABE1-9DADB2C65F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4097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641A80-A790-7291-262F-A82D7E7F4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B0C841A-1C58-884E-25C9-02ABFCCE89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2E27359-BDD3-D59B-41D8-B94C773D1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13DBCBC-DB46-E24E-D706-0742B17F3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0B78-D92F-4F7E-80E5-05B0F72A15B1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7C8AB5-5518-7300-2505-CB225DA2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A173524-420C-6E2C-5F0F-18BF1037F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7C3C-33F7-47CB-ABE1-9DADB2C65F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013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C0D7F1-83E2-8A24-45D5-D86F4DD23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1107692-1674-07C6-9CF8-CFAEC1B26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48895A-D4E7-5D20-8B7B-BA087A3C8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0B78-D92F-4F7E-80E5-05B0F72A15B1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187948-012C-C127-A9E1-B2E88CEDD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C93BA5-C2C9-FF65-48A7-CEA2B4966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7C3C-33F7-47CB-ABE1-9DADB2C65F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4985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BA58535-2A01-3F2A-A922-5E8F91AC33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F0465DA-2325-24C9-44DE-6862B5F27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5A4E3B-9D01-3B0B-F38E-EEAD31F02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0B78-D92F-4F7E-80E5-05B0F72A15B1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3A4005-F613-D451-01AA-F2CD665A5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8E7A5F-1137-BC6C-F009-81F469C70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7C3C-33F7-47CB-ABE1-9DADB2C65F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1002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A989296-97B0-B2F2-AEC9-E738851D2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CE91F4-677A-CCFE-DAB0-A7F4CFE39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389418-67E8-F72F-404D-708BEDBA2E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B0B78-D92F-4F7E-80E5-05B0F72A15B1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519BCE-B4AA-669D-640E-23CB6DD47F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2DC0AE-C66C-BB92-9590-9538C661B5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C97C3C-33F7-47CB-ABE1-9DADB2C65F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0471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C23C69-B29B-7D1D-89E0-18AED81082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3849E27-AD84-BDE0-20E3-6D02125AAB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A18C15C5-0571-EBA8-79C9-6639BEB54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962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B50B58-96D1-41AC-432D-7F441B7A1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B78E6D35-A6D8-6BB4-7FDF-139A8E761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837436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5D526F-93F2-FF87-E88C-A465AD25E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BD16C275-4A45-32AF-96A1-434E2658F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760040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池邊　智志/キャル㈱</dc:creator>
  <cp:lastModifiedBy>池邊　智志/キャル㈱</cp:lastModifiedBy>
  <cp:revision>1</cp:revision>
  <dcterms:created xsi:type="dcterms:W3CDTF">2026-01-13T03:23:08Z</dcterms:created>
  <dcterms:modified xsi:type="dcterms:W3CDTF">2026-01-13T03:26:53Z</dcterms:modified>
</cp:coreProperties>
</file>