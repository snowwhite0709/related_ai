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378AE-9274-C560-6BA1-2E23E2926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7CBF07-1390-ACE3-CC9B-45334879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F18E57-4B50-0129-D483-15E9FEFF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901658-7AB2-FAEC-B654-DFAECB17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77562F-AAD1-5618-3DBB-4C9AE679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88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E7842B-A412-EB89-6D8B-32D73AF9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86FB3-7A4F-BBA8-B066-49962F2EA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0945B8-80FB-B46A-9616-AC3B40C8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AA809-1C1A-D4C8-1F94-9D9F54CC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B3AE40-DBB0-64BE-803B-2EBD73D2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72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B77E3C-753B-7984-35C9-376200F9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EA06C2-5794-E926-6A22-4CF297DBF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F680A5-EA03-311F-0BE9-CC584A3F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F5FCA2-376B-4A26-8DDB-5E3DBD1C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4D77B4-CBFF-737A-719F-7068D06A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80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52483-4E1C-3C5A-715E-E5B400C0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C334E8-950E-7F57-AB68-07A67B5E0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7D70C1-BBF8-E075-3FCF-3C5ADC497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FF0FC3-D9FD-E6C3-B2BC-B7CD8F83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8E114C-26A4-31D5-6446-A92485A3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3ADE17-6842-5D22-135D-B671F147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3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318DA-F937-1342-46EB-08B1F85E4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09F30C-69F9-215A-9C48-6692AC64C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E7F2FE-0FB6-2F17-4B0E-AF1EA401E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D5D86FE-504A-ACBA-5813-BB881930F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7C9816-DC8E-1168-DF56-AF4E5C3AB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A7E69AD-3338-40D0-A7B0-35E9B0EA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0A9DCD-E9A1-DC59-2B24-03F49438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531F067-0C74-0D74-3F8A-D210CE4A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40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2334D-9D0F-B3D6-AF34-755F099F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9F0458-AE42-17C1-B87E-40E7D677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925A42-F8A5-ADE0-6598-0F9C3E33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5FB503-5178-23DA-7361-29001B51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72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A2A2E9-896C-C419-0AA5-D5EDD575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0AE0AAA-C211-1E9E-2DB0-1020750B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3D6598-02D5-FF38-8C98-A3513C021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17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B4981-0AEE-7304-F75B-59A8DBD7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F8E147-5C6A-1C7A-D4BA-60015CCC0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E12D91-83FF-59E5-558C-56761F8FE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0DCE25-7D2D-48A2-7755-286BB2EC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B4F8F7-1102-E3AC-E469-A952829E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F284D9-F9EE-6DF7-E6FC-435E4089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247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2A3C33-5F3F-3696-BC1C-4A1F17C6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5FEB625-5ABE-F596-3A2F-B1EB35A26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EE46BE-F035-187C-9761-0930FD1CD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32B4E4-D9FA-49B8-F175-75BC3833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291F23-0F31-E69B-807A-C396EADC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A55DCD-6636-E03B-BF4B-AB76D97A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15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BD6330-3272-3AA4-1651-4A9FBA38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B426AE-ADA3-4B5C-54BE-EEDC8BEF9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C94A04-7272-5DDB-62D9-E6E8D940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72479-E78B-1814-8705-E1147D27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DA163C-266C-5A85-8705-67EB1879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21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DD4DB6B-8675-F423-1C57-EBD60B67E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62DCFE-E3C6-78A3-731D-94A9AAFF5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93CB18-3F93-CB63-075C-9FEB332B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789AC5-1992-17D2-EF79-C317EBAB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97AF57-A21B-C707-9FD3-ADAA8165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66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52F25A2-A8F6-E973-4C8F-A5E3735B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50113E-BC86-29CE-8CF2-E41FD5E3A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96766B-7DAF-ECBA-4609-17C825F6B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67540-ECF2-4342-ACAD-B5235406E5D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699F27-9D45-841F-E012-8B0AC4E8D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148796-44FE-A5AF-703C-F1855DE40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37CA0-152C-449B-9037-287DCF569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3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E79351-D965-9B9F-1CFB-9942AF416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03B6B5-64CD-E1B6-BDDD-0D69E74A7B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997662A2-B8C1-DBF3-6718-C269B5D58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5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9011DA-3474-064B-3D14-E805CE22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C8F9AE3-EB26-4599-0435-D6C2A34BB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82299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4E21B-0DB7-1E20-F451-37A5FE5F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60BDE44-BC60-7D1C-62F4-AF4D5683F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5979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8FD6A-64D7-C254-0555-0877EF64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9ADBE2-DCC2-BC2B-E4F0-E0A20344B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7618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2026-01-15T02:21:35Z</dcterms:created>
  <dcterms:modified xsi:type="dcterms:W3CDTF">2026-01-15T02:23:53Z</dcterms:modified>
</cp:coreProperties>
</file>