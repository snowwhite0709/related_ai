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000A3C-071B-D6EE-CF1C-0C71009624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B0DE396-D1EE-2118-655C-30F144A2FC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20183F-6CDB-FA06-4E9B-FB627C7BD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E4EBE-589B-4910-8727-42FB71F1F77A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BBFF97-EF46-B484-BD38-F3C8E27B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E46107-386A-5020-8771-83FE5B7E4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7E09-F9AA-457C-94F4-97F8E76AFE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6376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B075E5-ED4F-45D6-556B-A04352797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99AE3A-17FF-C778-242E-E67B11EFE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3BF1D5-29E5-57E4-3055-86927E539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E4EBE-589B-4910-8727-42FB71F1F77A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87793D-344F-A15B-8E16-17BD26B7D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C21DA5-E465-A27B-8D98-3638B62BE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7E09-F9AA-457C-94F4-97F8E76AFE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799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37DE2E-2DB9-A62B-2B41-4DAD556D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C93C307-F917-D2FA-0669-58732BEF7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BBBD34-5128-460D-CAEC-679DD69D0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E4EBE-589B-4910-8727-42FB71F1F77A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7C1301-817F-80B7-A93C-6BB892E30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3E5586-021F-C3E1-F296-92BEE11A5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7E09-F9AA-457C-94F4-97F8E76AFE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4042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AFD41D-EE25-1B8C-E66F-EA0933D27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D9A9C1-A855-DCDE-349C-7FFA997064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F4529F9-4B9D-6F9D-443C-250A61E586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FEF9CB-78DB-C03E-46A5-33B8A71B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E4EBE-589B-4910-8727-42FB71F1F77A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C2010AC-5ECA-EA2D-E415-695CF27AB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39C0752-774E-DF15-469F-BF749348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7E09-F9AA-457C-94F4-97F8E76AFE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3777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1C92B5-6C0F-606A-4323-B54EF34F9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4886C5-7526-4BDF-B280-818AA2733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E906E5D-B310-4D7A-F96B-57ACB8671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47E684D-15E2-61E7-FF9E-1E12B60465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125FFBD-9165-4BAB-3093-6295ABA949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BA945F7-E57D-5688-E1A7-C357073F9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E4EBE-589B-4910-8727-42FB71F1F77A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A45B0C5-40E1-8B6D-A98D-7373987E8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2B737E2-19CE-541D-D89E-F9EF9FA5F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7E09-F9AA-457C-94F4-97F8E76AFE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2840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C38CBA-240C-EF5F-6749-3242B7FC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1978278-4EBC-E2C4-1E1A-C0E11D073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E4EBE-589B-4910-8727-42FB71F1F77A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975B77D-0C8B-0484-F06E-6D35D2A66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F503205-0857-3677-645F-1F33920E0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7E09-F9AA-457C-94F4-97F8E76AFE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6143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5AC56B6-88E7-8A8B-ACCF-730E52397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E4EBE-589B-4910-8727-42FB71F1F77A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23A674A-B8D9-FB43-11C0-7F2766D74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AE6181F-C5E0-36F1-7C4F-E8E5E09C9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7E09-F9AA-457C-94F4-97F8E76AFE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1623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52EEB2-AD43-F719-BF4A-246EC910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5DC7D4-D180-B305-2C38-AAA48E2E7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7694204-D3D6-9522-6A80-F7806122E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876C401-B71B-D484-FAC7-9AEDEB7A1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E4EBE-589B-4910-8727-42FB71F1F77A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8B557E6-A1F3-8501-C725-7C2170E1B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517128F-44C1-2891-66A1-EC40F821B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7E09-F9AA-457C-94F4-97F8E76AFE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7887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C32CEF-C238-FB35-4F0F-A0BE642D9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1A9C5F8-5768-8A3C-568C-B3E46A31FA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846DB92-4B1F-64EB-2EAC-6E7DFCC84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A8CF250-D220-9828-ED89-8B1F61B78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E4EBE-589B-4910-8727-42FB71F1F77A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DE62EF2-63C0-3D85-874F-0BD1333D1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A5BF1C1-791D-AC09-D1A3-D840A0917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7E09-F9AA-457C-94F4-97F8E76AFE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0994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4BB612-AA47-FF25-3B94-4922EC488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B029279-694F-EBFB-335A-D3184EBD8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A5A519-1CC0-E98A-F418-1EA8B7D62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E4EBE-589B-4910-8727-42FB71F1F77A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7A1C99-D542-876A-9431-CD07A5CDE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B9CEB2-F8F1-DBF4-D0EB-29DEEE0A2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7E09-F9AA-457C-94F4-97F8E76AFE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5309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B38EC4A-9FF7-B3A2-445A-991A6DBB51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E446374-5066-BE8E-1269-540FF7882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D350D2-A081-DAF3-192C-556B369FE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E4EBE-589B-4910-8727-42FB71F1F77A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C1347D-6FB7-030B-AE4C-9A090896E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DE9C57-1B0E-AD89-B1AB-C2C6F4B7F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7E09-F9AA-457C-94F4-97F8E76AFE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8355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48B4020-ABD0-21A8-1407-A140BDE45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D579135-7D85-671D-F5BA-BF11FF6B0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0ADFA7-BF1E-CDD2-3F3E-5111F59C5D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EE4EBE-589B-4910-8727-42FB71F1F77A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5F2593-BF53-3A91-D831-20DF8B78D4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074855-765D-B00E-29AB-9BD06C2F1D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F47E09-F9AA-457C-94F4-97F8E76AFE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2860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0FAB11-6A4A-CF07-CB8E-04289D82C3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F5E529A-8ECD-E692-A6FF-CA696C1FC6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1232D800-B52E-E2B5-709C-FEBCA4443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020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6AAEBE-0D27-F75B-8DEA-F33E25D96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52550F9-552A-19AA-603E-B7B06A976D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689446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EA5351-E7FD-D007-22FA-2280BF413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112A64BC-9FC1-737D-3BE9-228DED1AE5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81999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ワイド画面</PresentationFormat>
  <Paragraphs>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池邊　智志/キャル㈱</dc:creator>
  <cp:lastModifiedBy>池邊　智志/キャル㈱</cp:lastModifiedBy>
  <cp:revision>1</cp:revision>
  <dcterms:created xsi:type="dcterms:W3CDTF">2025-12-19T03:27:07Z</dcterms:created>
  <dcterms:modified xsi:type="dcterms:W3CDTF">2025-12-19T03:29:15Z</dcterms:modified>
</cp:coreProperties>
</file>