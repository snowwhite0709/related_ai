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94660"/>
  </p:normalViewPr>
  <p:slideViewPr>
    <p:cSldViewPr snapToGrid="0">
      <p:cViewPr varScale="1">
        <p:scale>
          <a:sx n="63" d="100"/>
          <a:sy n="63" d="100"/>
        </p:scale>
        <p:origin x="96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78BDD1-B870-644D-8EA8-8CA4FB9EA2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C220978-A6EB-2CA4-57E5-0AA204F7B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3CAA08F-FD1F-4353-64F3-A8DE69885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11D4B-0B3E-412B-9501-A103D13A3307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D758E05-8C7E-11BD-5887-82CB248FF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02FC0A2-8AF9-191F-5CDA-A85C3DBE4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C27D1-6666-4B43-AE0F-4EFF487E88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4098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265D4A-3FAD-8BC5-2008-194A6FAB6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041B51-B8B8-0C0B-4F29-BC8EA2B201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E903FC1-4A89-920C-7845-F08C14A41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11D4B-0B3E-412B-9501-A103D13A3307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7B5705B-6543-E29F-F61B-A6E492E07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75AC62D-E75F-CAE4-4929-B5E8A80BF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C27D1-6666-4B43-AE0F-4EFF487E88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8569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307E75-07BB-275C-D7A3-44F5B5A37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65FB970-54DB-FF25-048D-2DB920963D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727F7B0-5088-B2B3-E7B4-9EA73A898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11D4B-0B3E-412B-9501-A103D13A3307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A5328EB-AB97-47F8-21D6-58FA885E5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3D06A72-E30F-16D0-6239-03F303E25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C27D1-6666-4B43-AE0F-4EFF487E88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7816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54418E-9AC8-5489-1CC2-8D0285D51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4FF1039-C444-0007-6631-5D5D04758E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1885F04-7932-238F-4BCA-CA34CFBC25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CA34BB0-F3B2-0328-63AD-B1E7DAE8A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11D4B-0B3E-412B-9501-A103D13A3307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00A0B88-943F-91D7-9C53-29C08E204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641E8C0-7624-3BE8-4CF5-B09BCB183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C27D1-6666-4B43-AE0F-4EFF487E88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3684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141788C-93C2-7D88-1CC9-B70C12137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FB8CA53-3067-A0E6-D9B1-98FA1559A5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E668FD3-D87C-7F33-B875-7388772A7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989ED86-6689-69D9-86BD-2DA2DEAD70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0CBB947-C1F9-FF5C-CF42-A7D2D79D20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5D109FE-7BD4-E8A5-4E24-464D63FF8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11D4B-0B3E-412B-9501-A103D13A3307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4990B82-DABD-0880-4296-6D5574084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9A9A733-363E-82CF-8E11-BDFAFA6B4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C27D1-6666-4B43-AE0F-4EFF487E88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1725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7B24D8-1B6F-E715-014E-F1470C886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074458E-B57B-756B-E834-91EFCF65F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11D4B-0B3E-412B-9501-A103D13A3307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FA47FEE-6468-7324-5E11-07F6DAC81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4178BC2-D5FF-9605-B7BA-BBBDBCA52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C27D1-6666-4B43-AE0F-4EFF487E88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0614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3C52A8B-4F01-B147-5EB1-A49C602D6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11D4B-0B3E-412B-9501-A103D13A3307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DE9CAA7-6206-1FE0-BA86-FB818EBFA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B13647F-0C40-B71E-9ABF-918B10AEF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C27D1-6666-4B43-AE0F-4EFF487E88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8564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46ADDA-6412-2CDE-62A9-AD89C48B5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E80BD2B-EAE5-DBBC-651A-98C9C988CA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655CE7F-D7EE-243E-928D-E24A54BF47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C00A91F-BDB7-9523-A158-1828E877D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11D4B-0B3E-412B-9501-A103D13A3307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939B5AC-6D75-FAFF-D17D-71FAA5B22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3D18AA3-A43C-965C-14B1-11932B5BD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C27D1-6666-4B43-AE0F-4EFF487E88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9440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A4FF05-1A39-B99D-4A75-FE7C9FA81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369BC9A-A680-5E2E-BE8E-594769551B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A8DA94C-7374-2B05-CC4B-F0D7482C9C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6E4A0BB-CCAE-A02C-1BF7-01AB42B55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11D4B-0B3E-412B-9501-A103D13A3307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195ECA3-155A-2095-292E-18DD2801A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8451B4-08FC-C369-A70D-216F3CBAF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C27D1-6666-4B43-AE0F-4EFF487E88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93377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D11221-F65F-0DF8-2863-3F30A72D1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62FDAAF-7B6F-D4C4-CDEE-39D23A4A47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403B5-1D8E-4FEF-C801-FA4762FDD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11D4B-0B3E-412B-9501-A103D13A3307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5C49D2B-1D78-0C48-0EDD-2D25D87F5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BA1B347-F1C6-0CD6-A8F3-70897F755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C27D1-6666-4B43-AE0F-4EFF487E88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9371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15D254E-9B65-0F9A-856D-BEC0A8C1FD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1EB0958-8E44-7A48-757E-A6FA9973EE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B40CFE4-0F3A-1D8A-6952-DEA3AD6DC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11D4B-0B3E-412B-9501-A103D13A3307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07EDBEC-AD21-3FEE-9A2B-E1E372E93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448BD51-A041-6393-C335-E302DFF13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C27D1-6666-4B43-AE0F-4EFF487E88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3460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15E40FF-5667-C2B3-B433-4951EAE5F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A43FAD2-0952-B12B-8C93-8BE9CE77C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683B139-3A7F-2750-830A-47BB4D026A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311D4B-0B3E-412B-9501-A103D13A3307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C1F1EC8-9AAD-3ADD-8AC6-5ADECC86C2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2637900-5D63-E4AE-39D5-786E4AA195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FC27D1-6666-4B43-AE0F-4EFF487E88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4625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263C78-4CE9-ACF2-8D67-5DB28C449E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93C1567-7608-4A66-078E-8D09FC7E61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グラフィックス 4">
            <a:extLst>
              <a:ext uri="{FF2B5EF4-FFF2-40B4-BE49-F238E27FC236}">
                <a16:creationId xmlns:a16="http://schemas.microsoft.com/office/drawing/2014/main" id="{2AEDED00-BA5D-2996-333F-F59376BE43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609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4C4222-7F3B-A1E2-3A2B-6E7A117F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E610699C-B9EC-383E-5DBB-AFE95CB5F1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604068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D8CEE1-4F20-3238-37CE-1D895D363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58CC4A9E-7318-1F99-0960-54BD22410B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" y="-1"/>
            <a:ext cx="12192001" cy="6858000"/>
          </a:xfrm>
        </p:spPr>
      </p:pic>
    </p:spTree>
    <p:extLst>
      <p:ext uri="{BB962C8B-B14F-4D97-AF65-F5344CB8AC3E}">
        <p14:creationId xmlns:p14="http://schemas.microsoft.com/office/powerpoint/2010/main" val="3621904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ワイド画面</PresentationFormat>
  <Paragraphs>0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池邊　智志/キャル㈱</dc:creator>
  <cp:lastModifiedBy>池邊　智志/キャル㈱</cp:lastModifiedBy>
  <cp:revision>1</cp:revision>
  <dcterms:created xsi:type="dcterms:W3CDTF">2026-01-13T07:40:34Z</dcterms:created>
  <dcterms:modified xsi:type="dcterms:W3CDTF">2026-01-13T07:42:25Z</dcterms:modified>
</cp:coreProperties>
</file>