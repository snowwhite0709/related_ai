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</p:sldIdLst>
  <p:sldSz cx="12192000" cy="6858000"/>
  <p:notesSz cx="6858000" cy="9144000"/>
  <p:defaultTextStyle>
    <a:defPPr>
      <a:defRPr lang="ja-JP"/>
    </a:defPPr>
    <a:lvl1pPr marL="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029" autoAdjust="0"/>
    <p:restoredTop sz="94660"/>
  </p:normalViewPr>
  <p:slideViewPr>
    <p:cSldViewPr snapToGrid="0">
      <p:cViewPr varScale="1">
        <p:scale>
          <a:sx n="63" d="100"/>
          <a:sy n="63" d="100"/>
        </p:scale>
        <p:origin x="96" y="3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slide" Target="slides/slide4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タイトル スライ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CD3031D1-4193-FCED-DF2B-310047688E3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字幕 2">
            <a:extLst>
              <a:ext uri="{FF2B5EF4-FFF2-40B4-BE49-F238E27FC236}">
                <a16:creationId xmlns:a16="http://schemas.microsoft.com/office/drawing/2014/main" id="{9516E299-055A-5099-B54B-E0E48330CD2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kumimoji="1" lang="ja-JP" altLang="en-US"/>
              <a:t>マスター サブタイトルの書式設定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EBE6CFAF-0355-1E07-8FB0-A51D421F2CA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9EF00D9-5E9F-4C42-95E7-5464C8EDF626}" type="datetimeFigureOut">
              <a:rPr kumimoji="1" lang="ja-JP" altLang="en-US" smtClean="0"/>
              <a:t>2026/1/15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D7AF8EE0-B355-0C7A-7AE0-E0B4CCB33B0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5709A9E6-6EC0-DE45-0552-90B7BAA523F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FD0E9C3-C276-4E0F-B339-1B9DF3412EB5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24318185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タイトルと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0A32FB6A-BFDF-737C-CD07-67046D225F1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F3F38FCA-349C-4749-0AC2-98A51B3F882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4563329D-1096-EA7B-BDC4-D19BABE1AFE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9EF00D9-5E9F-4C42-95E7-5464C8EDF626}" type="datetimeFigureOut">
              <a:rPr kumimoji="1" lang="ja-JP" altLang="en-US" smtClean="0"/>
              <a:t>2026/1/15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D0773D35-FC3E-3C95-179E-AC582FB9879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16EB7C3A-5D0E-EF4F-409C-D13F4ABC42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FD0E9C3-C276-4E0F-B339-1B9DF3412EB5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98827612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セクション見出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6AB4ED8C-BD23-A628-FD5E-885681E3A62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707F0ECF-EAE9-CB16-95D6-23AF3B8ACE1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C156BE05-20A5-99EF-7A80-A5B82FFA853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9EF00D9-5E9F-4C42-95E7-5464C8EDF626}" type="datetimeFigureOut">
              <a:rPr kumimoji="1" lang="ja-JP" altLang="en-US" smtClean="0"/>
              <a:t>2026/1/15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CE23E6F4-D68D-CA63-6B96-C6A736F11C4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F670C7B1-3069-3BE2-6E57-4CBFD7BDB03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FD0E9C3-C276-4E0F-B339-1B9DF3412EB5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41836180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2 つ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47E11FA5-5211-3352-50B2-1DF7A6F77FD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8B78EDA3-DDF0-39C4-2532-915C4D623F7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コンテンツ プレースホルダー 3">
            <a:extLst>
              <a:ext uri="{FF2B5EF4-FFF2-40B4-BE49-F238E27FC236}">
                <a16:creationId xmlns:a16="http://schemas.microsoft.com/office/drawing/2014/main" id="{557C3FF4-5392-BFBE-822E-A45AC5502FF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758526A6-67B8-D302-402F-CDDC87787B0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9EF00D9-5E9F-4C42-95E7-5464C8EDF626}" type="datetimeFigureOut">
              <a:rPr kumimoji="1" lang="ja-JP" altLang="en-US" smtClean="0"/>
              <a:t>2026/1/15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0C4E321D-5E10-374F-3D97-CDCFE2B2FB3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14C6725B-9466-D3DA-BAAF-77D0EAE2D15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FD0E9C3-C276-4E0F-B339-1B9DF3412EB5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11822992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5BBF106F-FF83-D85D-6579-5B437A3322F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ABAC3AC6-81BE-106E-4895-098EA18B583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4" name="コンテンツ プレースホルダー 3">
            <a:extLst>
              <a:ext uri="{FF2B5EF4-FFF2-40B4-BE49-F238E27FC236}">
                <a16:creationId xmlns:a16="http://schemas.microsoft.com/office/drawing/2014/main" id="{B8311C1A-03A2-7118-8E3D-B7EA6107321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5" name="テキスト プレースホルダー 4">
            <a:extLst>
              <a:ext uri="{FF2B5EF4-FFF2-40B4-BE49-F238E27FC236}">
                <a16:creationId xmlns:a16="http://schemas.microsoft.com/office/drawing/2014/main" id="{51CB7B8F-6AAD-4227-ED8F-ADE056663A5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6" name="コンテンツ プレースホルダー 5">
            <a:extLst>
              <a:ext uri="{FF2B5EF4-FFF2-40B4-BE49-F238E27FC236}">
                <a16:creationId xmlns:a16="http://schemas.microsoft.com/office/drawing/2014/main" id="{8A06249D-B1E6-AB6B-B2A2-E85D6F6B6CF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7" name="日付プレースホルダー 6">
            <a:extLst>
              <a:ext uri="{FF2B5EF4-FFF2-40B4-BE49-F238E27FC236}">
                <a16:creationId xmlns:a16="http://schemas.microsoft.com/office/drawing/2014/main" id="{30C87BEE-6B54-D66D-1E66-C0AC8370FBF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9EF00D9-5E9F-4C42-95E7-5464C8EDF626}" type="datetimeFigureOut">
              <a:rPr kumimoji="1" lang="ja-JP" altLang="en-US" smtClean="0"/>
              <a:t>2026/1/15</a:t>
            </a:fld>
            <a:endParaRPr kumimoji="1" lang="ja-JP" altLang="en-US"/>
          </a:p>
        </p:txBody>
      </p:sp>
      <p:sp>
        <p:nvSpPr>
          <p:cNvPr id="8" name="フッター プレースホルダー 7">
            <a:extLst>
              <a:ext uri="{FF2B5EF4-FFF2-40B4-BE49-F238E27FC236}">
                <a16:creationId xmlns:a16="http://schemas.microsoft.com/office/drawing/2014/main" id="{4EF17EF2-517A-BAB2-EC2B-01982C7E2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9" name="スライド番号プレースホルダー 8">
            <a:extLst>
              <a:ext uri="{FF2B5EF4-FFF2-40B4-BE49-F238E27FC236}">
                <a16:creationId xmlns:a16="http://schemas.microsoft.com/office/drawing/2014/main" id="{011ADEE2-F55A-F1E8-C3C4-DDF6D6732DB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FD0E9C3-C276-4E0F-B339-1B9DF3412EB5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80249546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タイトルのみ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B5630A26-F61F-12D7-31AA-675C9BC4419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日付プレースホルダー 2">
            <a:extLst>
              <a:ext uri="{FF2B5EF4-FFF2-40B4-BE49-F238E27FC236}">
                <a16:creationId xmlns:a16="http://schemas.microsoft.com/office/drawing/2014/main" id="{7CE1AEF1-D426-743D-292A-476AD45DCA6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9EF00D9-5E9F-4C42-95E7-5464C8EDF626}" type="datetimeFigureOut">
              <a:rPr kumimoji="1" lang="ja-JP" altLang="en-US" smtClean="0"/>
              <a:t>2026/1/15</a:t>
            </a:fld>
            <a:endParaRPr kumimoji="1" lang="ja-JP" altLang="en-US"/>
          </a:p>
        </p:txBody>
      </p:sp>
      <p:sp>
        <p:nvSpPr>
          <p:cNvPr id="4" name="フッター プレースホルダー 3">
            <a:extLst>
              <a:ext uri="{FF2B5EF4-FFF2-40B4-BE49-F238E27FC236}">
                <a16:creationId xmlns:a16="http://schemas.microsoft.com/office/drawing/2014/main" id="{A15E4743-132F-8ACD-3393-AD4AF4C8839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5" name="スライド番号プレースホルダー 4">
            <a:extLst>
              <a:ext uri="{FF2B5EF4-FFF2-40B4-BE49-F238E27FC236}">
                <a16:creationId xmlns:a16="http://schemas.microsoft.com/office/drawing/2014/main" id="{33236B77-AF2E-1C3B-60D8-C398263F12F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FD0E9C3-C276-4E0F-B339-1B9DF3412EB5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98914134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白紙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付プレースホルダー 1">
            <a:extLst>
              <a:ext uri="{FF2B5EF4-FFF2-40B4-BE49-F238E27FC236}">
                <a16:creationId xmlns:a16="http://schemas.microsoft.com/office/drawing/2014/main" id="{4269A884-A208-08A6-9F07-93D7C9B9A0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9EF00D9-5E9F-4C42-95E7-5464C8EDF626}" type="datetimeFigureOut">
              <a:rPr kumimoji="1" lang="ja-JP" altLang="en-US" smtClean="0"/>
              <a:t>2026/1/15</a:t>
            </a:fld>
            <a:endParaRPr kumimoji="1" lang="ja-JP" altLang="en-US"/>
          </a:p>
        </p:txBody>
      </p:sp>
      <p:sp>
        <p:nvSpPr>
          <p:cNvPr id="3" name="フッター プレースホルダー 2">
            <a:extLst>
              <a:ext uri="{FF2B5EF4-FFF2-40B4-BE49-F238E27FC236}">
                <a16:creationId xmlns:a16="http://schemas.microsoft.com/office/drawing/2014/main" id="{FFF0FB9E-73A5-326D-2576-98713E2B75B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8B6DC592-5FD5-CC14-FB71-BB9FF6B71D6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FD0E9C3-C276-4E0F-B339-1B9DF3412EB5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12083900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タイトル付き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46447584-67D2-B6BF-98BE-5F18C399B70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F9484BA8-5FC3-CF37-3876-0E7E82160CC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テキスト プレースホルダー 3">
            <a:extLst>
              <a:ext uri="{FF2B5EF4-FFF2-40B4-BE49-F238E27FC236}">
                <a16:creationId xmlns:a16="http://schemas.microsoft.com/office/drawing/2014/main" id="{2FE7A590-E86B-83AB-E1A4-544908E4CF9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3ED25CEA-1176-1869-5930-ED08555E82C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9EF00D9-5E9F-4C42-95E7-5464C8EDF626}" type="datetimeFigureOut">
              <a:rPr kumimoji="1" lang="ja-JP" altLang="en-US" smtClean="0"/>
              <a:t>2026/1/15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358CD339-EDBA-20A9-1019-A1056E9D9D0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36880174-9E34-7E15-81B5-5D7975D5422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FD0E9C3-C276-4E0F-B339-1B9DF3412EB5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55420213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タイトル付きの図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29FD92DC-A011-E93E-DC1F-C1E3416B7C3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図プレースホルダー 2">
            <a:extLst>
              <a:ext uri="{FF2B5EF4-FFF2-40B4-BE49-F238E27FC236}">
                <a16:creationId xmlns:a16="http://schemas.microsoft.com/office/drawing/2014/main" id="{70E56825-086A-192E-3191-7BF3924970C5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kumimoji="1" lang="ja-JP" altLang="en-US"/>
          </a:p>
        </p:txBody>
      </p:sp>
      <p:sp>
        <p:nvSpPr>
          <p:cNvPr id="4" name="テキスト プレースホルダー 3">
            <a:extLst>
              <a:ext uri="{FF2B5EF4-FFF2-40B4-BE49-F238E27FC236}">
                <a16:creationId xmlns:a16="http://schemas.microsoft.com/office/drawing/2014/main" id="{C129C3C0-A926-E345-27F3-656FDBBA524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FB0523D0-DA0D-BF33-B177-7FB6B827AFE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9EF00D9-5E9F-4C42-95E7-5464C8EDF626}" type="datetimeFigureOut">
              <a:rPr kumimoji="1" lang="ja-JP" altLang="en-US" smtClean="0"/>
              <a:t>2026/1/15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4B8E82C0-E255-9E01-7E62-8D6D8E28131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3CBEF53A-C146-DA89-FBF7-BD16778050E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FD0E9C3-C276-4E0F-B339-1B9DF3412EB5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44247279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タイトルと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6297C8CD-F2C6-2652-D7E6-FD12A0B331A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縦書きテキスト プレースホルダー 2">
            <a:extLst>
              <a:ext uri="{FF2B5EF4-FFF2-40B4-BE49-F238E27FC236}">
                <a16:creationId xmlns:a16="http://schemas.microsoft.com/office/drawing/2014/main" id="{18697944-C06B-C61D-3325-16649C20EAD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455B1F52-ED17-A196-DCC0-5F1C882C812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9EF00D9-5E9F-4C42-95E7-5464C8EDF626}" type="datetimeFigureOut">
              <a:rPr kumimoji="1" lang="ja-JP" altLang="en-US" smtClean="0"/>
              <a:t>2026/1/15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046B4905-C6B9-BEE5-2F96-09E2DA30BCD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ACCA4119-B7E4-543E-73DA-50F7A3426AA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FD0E9C3-C276-4E0F-B339-1B9DF3412EB5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86435439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縦書きタイトルと&#10;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縦書きタイトル 1">
            <a:extLst>
              <a:ext uri="{FF2B5EF4-FFF2-40B4-BE49-F238E27FC236}">
                <a16:creationId xmlns:a16="http://schemas.microsoft.com/office/drawing/2014/main" id="{FDD086AB-D9E0-7777-2F0F-1E7821E4758C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縦書きテキスト プレースホルダー 2">
            <a:extLst>
              <a:ext uri="{FF2B5EF4-FFF2-40B4-BE49-F238E27FC236}">
                <a16:creationId xmlns:a16="http://schemas.microsoft.com/office/drawing/2014/main" id="{6F670AD2-897D-4E22-FB15-E4E50E2CC63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1922ADA3-4493-09BF-1D95-C204A5D792A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9EF00D9-5E9F-4C42-95E7-5464C8EDF626}" type="datetimeFigureOut">
              <a:rPr kumimoji="1" lang="ja-JP" altLang="en-US" smtClean="0"/>
              <a:t>2026/1/15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BF1D6E27-5F93-CF8C-4281-94C3C25A381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F533F51B-783C-82E0-2255-B1EAB3CCBF0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FD0E9C3-C276-4E0F-B339-1B9DF3412EB5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90095389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プレースホルダー 1">
            <a:extLst>
              <a:ext uri="{FF2B5EF4-FFF2-40B4-BE49-F238E27FC236}">
                <a16:creationId xmlns:a16="http://schemas.microsoft.com/office/drawing/2014/main" id="{66A57702-4865-A85F-4A22-C265A9F10E5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69C57F87-C888-3CA4-BB41-EB1C3DC89BD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EEDF0F9B-BC63-3E3E-3558-B16915ADAA2A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9EF00D9-5E9F-4C42-95E7-5464C8EDF626}" type="datetimeFigureOut">
              <a:rPr kumimoji="1" lang="ja-JP" altLang="en-US" smtClean="0"/>
              <a:t>2026/1/15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7C3A1A36-D9CE-1A97-300E-67CDB0FF666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F63FB3DA-E6AF-2777-A2A7-C68C1EAE101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2FD0E9C3-C276-4E0F-B339-1B9DF3412EB5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07570209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kumimoji="1"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kumimoji="1"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ja-JP"/>
      </a:defPPr>
      <a:lvl1pPr marL="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sv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sv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CA1A1E39-B04F-E1DB-A480-36F1289DFCD2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3" name="字幕 2">
            <a:extLst>
              <a:ext uri="{FF2B5EF4-FFF2-40B4-BE49-F238E27FC236}">
                <a16:creationId xmlns:a16="http://schemas.microsoft.com/office/drawing/2014/main" id="{0A270FC5-5AAB-0027-14E5-6B18950DD03E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kumimoji="1" lang="ja-JP" altLang="en-US"/>
          </a:p>
        </p:txBody>
      </p:sp>
      <p:pic>
        <p:nvPicPr>
          <p:cNvPr id="5" name="グラフィックス 4">
            <a:extLst>
              <a:ext uri="{FF2B5EF4-FFF2-40B4-BE49-F238E27FC236}">
                <a16:creationId xmlns:a16="http://schemas.microsoft.com/office/drawing/2014/main" id="{EB719903-D4AD-77A6-0009-96E69D1A7E1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3063682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D86CB2F6-DF28-FDA4-32D8-D0A51D54542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kumimoji="1" lang="ja-JP" altLang="en-US"/>
          </a:p>
        </p:txBody>
      </p:sp>
      <p:pic>
        <p:nvPicPr>
          <p:cNvPr id="9" name="コンテンツ プレースホルダー 8">
            <a:extLst>
              <a:ext uri="{FF2B5EF4-FFF2-40B4-BE49-F238E27FC236}">
                <a16:creationId xmlns:a16="http://schemas.microsoft.com/office/drawing/2014/main" id="{01841132-257C-9954-FEB4-94E3231181F8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</p:spPr>
      </p:pic>
    </p:spTree>
    <p:extLst>
      <p:ext uri="{BB962C8B-B14F-4D97-AF65-F5344CB8AC3E}">
        <p14:creationId xmlns:p14="http://schemas.microsoft.com/office/powerpoint/2010/main" val="149241989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474A8FF3-4951-476B-C619-E439550B92A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kumimoji="1" lang="ja-JP" altLang="en-US"/>
          </a:p>
        </p:txBody>
      </p:sp>
      <p:pic>
        <p:nvPicPr>
          <p:cNvPr id="9" name="コンテンツ プレースホルダー 8">
            <a:extLst>
              <a:ext uri="{FF2B5EF4-FFF2-40B4-BE49-F238E27FC236}">
                <a16:creationId xmlns:a16="http://schemas.microsoft.com/office/drawing/2014/main" id="{442428F4-7074-E7AE-3812-9BAC7073EEA7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</p:spPr>
      </p:pic>
    </p:spTree>
    <p:extLst>
      <p:ext uri="{BB962C8B-B14F-4D97-AF65-F5344CB8AC3E}">
        <p14:creationId xmlns:p14="http://schemas.microsoft.com/office/powerpoint/2010/main" val="372779972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68B8DD07-5925-26B8-8B4E-578B742F1E1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kumimoji="1" lang="ja-JP" altLang="en-US"/>
          </a:p>
        </p:txBody>
      </p:sp>
      <p:pic>
        <p:nvPicPr>
          <p:cNvPr id="5" name="コンテンツ プレースホルダー 4">
            <a:extLst>
              <a:ext uri="{FF2B5EF4-FFF2-40B4-BE49-F238E27FC236}">
                <a16:creationId xmlns:a16="http://schemas.microsoft.com/office/drawing/2014/main" id="{8B0BB7B6-964E-6154-D618-7C0759B3F915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</p:spPr>
      </p:pic>
    </p:spTree>
    <p:extLst>
      <p:ext uri="{BB962C8B-B14F-4D97-AF65-F5344CB8AC3E}">
        <p14:creationId xmlns:p14="http://schemas.microsoft.com/office/powerpoint/2010/main" val="269772538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テーマ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游ゴシック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游ゴシック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14</TotalTime>
  <Words>0</Words>
  <Application>Microsoft Office PowerPoint</Application>
  <PresentationFormat>ワイド画面</PresentationFormat>
  <Paragraphs>0</Paragraphs>
  <Slides>4</Slides>
  <Notes>0</Notes>
  <HiddenSlides>0</HiddenSlides>
  <MMClips>0</MMClips>
  <ScaleCrop>false</ScaleCrop>
  <HeadingPairs>
    <vt:vector size="6" baseType="variant">
      <vt:variant>
        <vt:lpstr>使用されているフォント</vt:lpstr>
      </vt:variant>
      <vt:variant>
        <vt:i4>3</vt:i4>
      </vt:variant>
      <vt:variant>
        <vt:lpstr>テーマ</vt:lpstr>
      </vt:variant>
      <vt:variant>
        <vt:i4>1</vt:i4>
      </vt:variant>
      <vt:variant>
        <vt:lpstr>スライド タイトル</vt:lpstr>
      </vt:variant>
      <vt:variant>
        <vt:i4>4</vt:i4>
      </vt:variant>
    </vt:vector>
  </HeadingPairs>
  <TitlesOfParts>
    <vt:vector size="8" baseType="lpstr">
      <vt:lpstr>游ゴシック</vt:lpstr>
      <vt:lpstr>游ゴシック Light</vt:lpstr>
      <vt:lpstr>Arial</vt:lpstr>
      <vt:lpstr>Office テーマ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池邊　智志/キャル㈱</dc:creator>
  <cp:lastModifiedBy>池邊　智志/キャル㈱</cp:lastModifiedBy>
  <cp:revision>1</cp:revision>
  <dcterms:created xsi:type="dcterms:W3CDTF">2026-01-15T07:47:47Z</dcterms:created>
  <dcterms:modified xsi:type="dcterms:W3CDTF">2026-01-15T08:02:29Z</dcterms:modified>
</cp:coreProperties>
</file>