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E1F28B-32E9-A549-BE1B-1EB8B537BE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EAF2E2E-DFE0-D955-7622-3E71A8B658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6FC98C1-51F9-363F-2D25-F0A9487FC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1556A-7E66-4B87-B6C5-97F97E5AE34B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ABE31AE-FE71-8CA9-5EBC-2C89EE3CD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AB5543F-C788-81A2-4639-5F80C8C06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7876-E6FB-4DD3-89AA-C86C4AF7E1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6211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2E216D-0F02-6BC1-495B-5174833DE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FA42A23-C33D-7A80-BA70-A20CDFC0A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85F2C3-4F89-B55E-CF28-6D8A77AE3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1556A-7E66-4B87-B6C5-97F97E5AE34B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E71F3F2-31E6-1EFF-E7B9-101AE5994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EBBCD6-B1C2-D9DD-6800-060FAF648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7876-E6FB-4DD3-89AA-C86C4AF7E1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0979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0119F2-8222-74C1-083D-79D430223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DFE6BCF-1DDC-7B8C-E1A8-7C89D1ACA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B9F8000-77B5-CD48-EFB5-AB86E12A9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1556A-7E66-4B87-B6C5-97F97E5AE34B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84E53F-6C56-30D0-1E08-5BA97A772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861FEA8-E53A-1DE3-0CCE-2394069E7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7876-E6FB-4DD3-89AA-C86C4AF7E1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9816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753A5E-9BFE-8E39-53B4-3E1FC617C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95C924C-4144-CE7F-2444-2D229D74A4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F96A169-0455-2E0D-B38A-5655329493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14BD17E-A931-ACE4-DC12-E53AB3359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1556A-7E66-4B87-B6C5-97F97E5AE34B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B2BBA6E-A14E-7CA9-7D4A-EA0D85BF6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B14AF17-2813-2221-E8CE-94F059779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7876-E6FB-4DD3-89AA-C86C4AF7E1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2280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D22BCA-78CC-AD77-3993-6A862F44D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F7099A8-B68E-0168-DE55-0032FCAD6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D73EE13-604C-F8F2-8C48-B79F8E655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5F33320-10AD-B90C-569E-8D4BCB8CE6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811D01C-1A43-D193-E218-C777BD7E3E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BF1CA88-7A27-5933-5649-479EF3DEE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1556A-7E66-4B87-B6C5-97F97E5AE34B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99E05A0-F07D-36C3-1330-70037A075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4253200-867A-D687-1B33-824FF54EC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7876-E6FB-4DD3-89AA-C86C4AF7E1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1858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2AFDBC-B883-1FA0-C222-7D4CC6C93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C6C0DF8-1BFB-3E3B-80C8-C93BE8A2F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1556A-7E66-4B87-B6C5-97F97E5AE34B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4E96B39-D09B-C3BE-885E-8250F537A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1463B31-24E4-03AB-45A3-6B2A78D8C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7876-E6FB-4DD3-89AA-C86C4AF7E1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8026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6CC8592-1C5E-1677-C44F-305631FE6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1556A-7E66-4B87-B6C5-97F97E5AE34B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0071512-D904-58EF-5BD5-08AB707F0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49CF242-D2BB-21F7-203F-EC270D84E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7876-E6FB-4DD3-89AA-C86C4AF7E1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8536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FAE5D1-1E36-B39B-9F6E-A68F5ADF0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C37C440-106E-1294-6BC3-D310CFF68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87FA7A9-5BEA-51AD-2E4B-97B599B75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0539F01-FFCC-643D-C9B1-DEBFAF780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1556A-7E66-4B87-B6C5-97F97E5AE34B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718A124-3F4D-B55B-76C1-DEDBF5C96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FEDB806-6D6F-EDDC-7A3D-A3BB3744A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7876-E6FB-4DD3-89AA-C86C4AF7E1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6894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6662D7-65B6-D2CA-4DE0-FCE2EE95E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C4FC14B-9504-3822-CD97-EBF823E692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808B722-A0EB-BDDD-6ACA-DFDBE19205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6D9324A-E94C-09F1-7BD8-A0DB3DE26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1556A-7E66-4B87-B6C5-97F97E5AE34B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A69CA85-0F78-5A4E-750F-F11EC05F3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764040E-BF2B-4C32-DBA6-E1CECDE71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7876-E6FB-4DD3-89AA-C86C4AF7E1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7874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17A2CF-08C0-B940-AB42-FA5DCBE6A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9B809AB-9B1D-DFEF-DA47-5A58373DE7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35447D-AAB3-5525-FE74-5848B66A6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1556A-7E66-4B87-B6C5-97F97E5AE34B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3B6A35A-87D4-C763-BCFB-C62C85792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A3A482-6363-BF98-B98C-B549E301A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7876-E6FB-4DD3-89AA-C86C4AF7E1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2451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98CF60E-3B7C-20D9-067B-A634EDDB42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2DF1996-FD6A-733E-2AAE-12E09A2D50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0FC7CF-4DAD-F492-8662-DA069A697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1556A-7E66-4B87-B6C5-97F97E5AE34B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CCCF8F-8252-0AB8-C27F-FD2C5956A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24868E-684C-A618-3103-AAB1EF844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7876-E6FB-4DD3-89AA-C86C4AF7E1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6042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2F7A461-6962-0757-4CDF-237B430D8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E9D0415-602A-FBE6-7E71-7324BFD63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34EE99-6B1E-C268-2F8F-6A0E58BE56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F1556A-7E66-4B87-B6C5-97F97E5AE34B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ED071BA-CDA0-4A49-E376-3FA3B6DA3D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CDABCD-7B66-B3C0-E965-62C87BEC13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C97876-E6FB-4DD3-89AA-C86C4AF7E1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6903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846B2B0A-1032-0D42-C07A-EBC4DEAC4D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1" cy="6858000"/>
          </a:xfrm>
        </p:spPr>
      </p:pic>
    </p:spTree>
    <p:extLst>
      <p:ext uri="{BB962C8B-B14F-4D97-AF65-F5344CB8AC3E}">
        <p14:creationId xmlns:p14="http://schemas.microsoft.com/office/powerpoint/2010/main" val="2955588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C99B4E-755D-62D2-24EC-5C0D27444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35CDDD0-C6D0-F2CB-0467-AC66177D50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447364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0</Words>
  <Application>Microsoft Office PowerPoint</Application>
  <PresentationFormat>ワイド画面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池邊　智志/キャル㈱</dc:creator>
  <cp:lastModifiedBy>池邊　智志/キャル㈱</cp:lastModifiedBy>
  <cp:revision>2</cp:revision>
  <dcterms:created xsi:type="dcterms:W3CDTF">2025-12-03T00:32:14Z</dcterms:created>
  <dcterms:modified xsi:type="dcterms:W3CDTF">2026-01-08T00:47:10Z</dcterms:modified>
</cp:coreProperties>
</file>