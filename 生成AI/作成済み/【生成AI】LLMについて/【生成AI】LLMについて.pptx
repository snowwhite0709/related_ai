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8" d="100"/>
          <a:sy n="78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9C3-91E2-3A60-E77E-A5CE78E68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4BE918F-5F0C-1F3A-F12D-3C8E09CC1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A34383-A9C6-37BF-3003-22A7156F5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0F3C-D381-4AEE-AAC5-E788B43EDD0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BAD723-608B-120E-2E6E-FE3C4294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B018B9-C8B3-17C0-6DDB-45064CCE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EE4F-F11D-4405-99EA-F8E765AFE4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554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8A0B30-101D-2EA0-95E2-BEC863798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067D9F-0543-D0B5-42D0-1B4989C5D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5E3D11-EB51-A2A2-B4CC-8E73A2E2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0F3C-D381-4AEE-AAC5-E788B43EDD0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F16ACE-8A3F-85FC-BFE2-D2A2FCFBA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D3584D-D682-6A8B-239C-9403FCD81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EE4F-F11D-4405-99EA-F8E765AFE4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07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B01221-99B7-40B7-2BB1-F879512B8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FFAEC1-BCDF-BA2D-AB08-7A1F31B1D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C379EC-8872-EDF6-40F9-FB9A7871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0F3C-D381-4AEE-AAC5-E788B43EDD0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4EF71A-5343-2408-1388-9C9D216BE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CC0B4D-2C96-490F-143A-4E61EF191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EE4F-F11D-4405-99EA-F8E765AFE4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715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738BF6-B02E-7EE2-FB88-3066861C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F6D355-E25C-8AF7-6EBE-EB2D22BF52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22BCD6B-A57B-3794-DF51-6B1C43DBD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D2D9EC-7ED9-5F71-C337-A3C2FBE27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0F3C-D381-4AEE-AAC5-E788B43EDD0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F35D7D-2D27-C3E7-B9FF-54A0FB7A1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059C40-8759-E11D-07D6-C9D4EB223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EE4F-F11D-4405-99EA-F8E765AFE4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543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6DFE91-97CE-052B-F229-FF10DFCEC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2439474-57F6-1B15-D301-ACE406940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4220F1-46EB-C1A8-143C-5F9570B48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7894F9B-3F55-C0C7-AE84-9889BA79E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51A1A72-1BCA-E237-0212-94D733F600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129EF9E-5813-D7E3-7CBA-F8470EFE1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0F3C-D381-4AEE-AAC5-E788B43EDD0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097B209-BD0A-4B6B-9D28-7B48110D9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F1DFFDF-9A3E-4607-0A43-C7BB95C4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EE4F-F11D-4405-99EA-F8E765AFE4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3296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06C0F-B0BF-4901-9D31-40BFDD7D3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E3303AA-8DBD-A370-50A4-A4F7BE92F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0F3C-D381-4AEE-AAC5-E788B43EDD0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6E2DE9F-D22B-88AF-B494-6AD6254FE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DC75D1-4C8F-B973-A63C-93792113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EE4F-F11D-4405-99EA-F8E765AFE4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857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79D6861-077E-8B1C-50B9-381B8EFD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0F3C-D381-4AEE-AAC5-E788B43EDD0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22C8D60-2EF9-067C-97F1-0DE92E5E4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462165-5FE6-F63E-04A9-1D1C2CD64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EE4F-F11D-4405-99EA-F8E765AFE4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161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58F8EE-F198-497E-455F-FEF8EABCE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3915D6-C3F4-2A94-357A-39C600C5F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72F2F35-A0E7-DE1E-4A98-14B35A296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D7AB4E-4C34-99C4-4683-AEFEF0DC9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0F3C-D381-4AEE-AAC5-E788B43EDD0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F5CF0B-463D-A287-3368-A2354D3D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001B77-C1CD-9488-6B20-23DF4F46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EE4F-F11D-4405-99EA-F8E765AFE4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3475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A0DF60-F5FD-51E5-B6BF-9FEFB55C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C354E41-EAE2-3907-FEA5-E22609CD11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6AA925-99DE-49FD-85D4-D556806F5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989EE3-B7F6-D6FD-4FE4-FEE55BBC5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0F3C-D381-4AEE-AAC5-E788B43EDD0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BE2D19-DB37-8AAF-9B1E-7A188119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6A7987-8B18-4AB7-DE32-B784F9A4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EE4F-F11D-4405-99EA-F8E765AFE4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48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F8098-9CD9-182D-8A2B-FF5531927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196977-9B5B-46F5-EC34-FE08778C8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5C086F-3519-7F59-DD9C-CD47D2D3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0F3C-D381-4AEE-AAC5-E788B43EDD0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A23E78-40EC-92AC-5452-112B38BDE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6D3077-97FD-6D31-2DB2-6B4CB803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EE4F-F11D-4405-99EA-F8E765AFE4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101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515AC45-2483-7B28-915F-D37ADD586D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8528DC-08E0-9AD7-33EE-44E7A7DE5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EF7E1F-18AF-CD14-91A0-18AD3618D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0F3C-D381-4AEE-AAC5-E788B43EDD0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D372AA-735C-31BD-70B9-1549BFC5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9C1470-20C7-E7FD-A750-5644B202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EEE4F-F11D-4405-99EA-F8E765AFE4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6532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13B41A9-7BEF-AF65-D3B3-2F1B08CE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EB5874-D802-A744-41DC-8C6440A19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542FA9-F6EC-A767-065A-DFCED0993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480F3C-D381-4AEE-AAC5-E788B43EDD08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B5B57A-8469-D589-1D4E-0447DB66FF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BBD2FE-DE50-DBD6-B65E-2E9071E2D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EEE4F-F11D-4405-99EA-F8E765AFE4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1640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53039E-9FFC-535D-7B90-4F76F731B8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B5EA23B-3A46-485A-3B3C-053ED8625C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43A79572-F2ED-8D16-7B54-6BBB05704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20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5A60EE-D7D4-9C8E-B6BF-D71BC2B7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0EC6A69-FFFB-3C0C-E927-710F9BEF7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84981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710F70-0D50-BB3F-B9E7-F3FEDC5B0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43860E3-C031-E327-B401-488ECD456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20582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1</cp:revision>
  <dcterms:created xsi:type="dcterms:W3CDTF">2026-01-15T02:44:17Z</dcterms:created>
  <dcterms:modified xsi:type="dcterms:W3CDTF">2026-01-15T02:46:29Z</dcterms:modified>
</cp:coreProperties>
</file>