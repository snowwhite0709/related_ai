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33003-83F5-DE71-CF4F-43FDCBB3F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619AC1-3DCB-5BE8-1DBB-86AEAC8A8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799A97-7538-F459-6EFA-76FD28FE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E96EE2-F8EB-933E-B6ED-79D97315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0653B-97C5-D6EB-6800-43751DC8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88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BC0FA-F746-BB8C-8BED-10F3D612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C5E6DD-A368-D062-53F8-E73E857ED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DFB7B7-4AD3-CF1D-3981-67B8ABD4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331F8-80D7-A05A-CED6-91FFBED6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B98CF1-92F6-FC8A-715C-2E955663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2317B-59D4-C83D-7581-FE8E40BD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EFE1AA-0B75-6F02-95D1-D4C66CFBE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A86FF0-2F23-5FE0-5597-08A06CD3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6CAB9A-8E58-6FDD-99E8-84DA3B18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85D5A1-7E93-5690-B744-57F06066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56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676C3-5CD0-333C-B0A7-5C65A9DC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344D78-3ED9-2940-2760-660E82944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D60665-17D7-FA60-920C-2B4CA0694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D6ECB2-4924-5887-56C4-B21C9CCB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D79E8B-7BC2-7A6B-41EC-5BF72AC0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8D366B-8A3C-2683-B3AE-C58B4D24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30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64BB5-492C-4095-E517-0970B4888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C9ADCB-7DF6-CCA2-B5DD-993FFDD3E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071DD8-EACD-8362-6F2E-A55F89F35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FB187D-1036-B2B2-1803-69E0C6B96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E0EEA7F-373B-25C1-8D60-33544F2A3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EA8AE8-6EA3-72DB-2681-E7FC228D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5722A86-F81E-7251-CB33-A3CB3713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F6BF-C6BC-02AB-F190-44EB5CA1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64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D94357-D215-65F5-D7E1-CECF4AD3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55ECA0-C6C1-D6DD-9C26-9F5A495B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BBD7AD-A18A-656E-0EFE-577C3C36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2D7CE6-E2CE-CE52-F1DD-1BF1C844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07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3460EA-12F1-A997-D4EA-E2BE6200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4D93BC-2E62-EF9E-EF47-979C9E28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04C5AB-5CBB-ABD1-F0CF-45923A47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52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309DB-3568-57B8-4F75-7880F271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5FEC5E-A040-1EAB-2FA4-26766D220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8E3CAC-23D2-053E-E4A5-B04BDE5F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B1949E-3124-D234-E402-4CE9F30D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4036B5-FDF0-275D-E343-94423784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24E075-9D94-B5F6-0FFC-F64D8695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10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5DFF9B-27EA-033A-126F-6463C984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47D7655-D978-CF46-6DC2-E0198AAD8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E6825D-B466-585F-EAE7-13297F136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5AA860-FFDD-6467-89E8-2E768EF0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CE1198-ABDE-AF76-AA40-9146E233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221EDD-D8F6-1BDB-435E-6444430B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61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AD8EC6-E659-0C33-8CC1-B2B947A8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D86997-B08A-015B-0773-4D47D4410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F4211C-E013-15EA-7DED-4F686ADB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2BA247-C00E-B05E-0AF6-1B4BB32A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AC3645-563A-63E8-A4D7-DA5B23C2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75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E62A76-A9F2-4805-DC3F-258F58E7D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51823E-7DE1-FDC5-3956-6EDC0929A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C6F287-DC17-DDE8-BB2D-74636B3B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F62881-0AF0-7CB3-7C60-62A8608F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5FADAF-CEE3-961C-0929-C273789B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94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011FCF-21E8-9AAB-C3CF-27BE89C0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2E6E8E-9B39-A549-A706-529D7AB7B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8B962-487D-941C-4E35-ED0A19284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5F249-0D9D-4D28-A292-D02F2190522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0B0092-BD49-7331-4AB1-ACD6EC892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B97EAF-C636-72D1-681A-CC05FFE2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2A91F-1C92-4E24-BE54-8FD3904AF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08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C8945-CB08-B53F-6E0C-907FA6B0F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23A522-B307-22E8-248B-40B1BEE5B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C79E5A6A-BF25-3502-99F7-DCAF53367744}"/>
              </a:ext>
            </a:extLst>
          </p:cNvPr>
          <p:cNvSpPr/>
          <p:nvPr/>
        </p:nvSpPr>
        <p:spPr>
          <a:xfrm>
            <a:off x="0" y="0"/>
            <a:ext cx="12192000" cy="9144000"/>
          </a:xfrm>
          <a:custGeom>
            <a:avLst/>
            <a:gdLst>
              <a:gd name="connsiteX0" fmla="*/ 0 w 12192000"/>
              <a:gd name="connsiteY0" fmla="*/ 0 h 9144000"/>
              <a:gd name="connsiteX1" fmla="*/ 12192000 w 12192000"/>
              <a:gd name="connsiteY1" fmla="*/ 0 h 9144000"/>
              <a:gd name="connsiteX2" fmla="*/ 12192000 w 12192000"/>
              <a:gd name="connsiteY2" fmla="*/ 9144000 h 9144000"/>
              <a:gd name="connsiteX3" fmla="*/ 0 w 12192000"/>
              <a:gd name="connsiteY3" fmla="*/ 9144000 h 91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9144000">
                <a:moveTo>
                  <a:pt x="0" y="0"/>
                </a:moveTo>
                <a:lnTo>
                  <a:pt x="12192000" y="0"/>
                </a:lnTo>
                <a:lnTo>
                  <a:pt x="12192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rgbClr val="4285F4"/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CF8B5E07-515F-9BB1-FA59-F50DA9F3CA41}"/>
              </a:ext>
            </a:extLst>
          </p:cNvPr>
          <p:cNvSpPr/>
          <p:nvPr/>
        </p:nvSpPr>
        <p:spPr>
          <a:xfrm>
            <a:off x="304800" y="304800"/>
            <a:ext cx="2438400" cy="2438400"/>
          </a:xfrm>
          <a:custGeom>
            <a:avLst/>
            <a:gdLst>
              <a:gd name="connsiteX0" fmla="*/ 2438400 w 2438400"/>
              <a:gd name="connsiteY0" fmla="*/ 1219200 h 2438400"/>
              <a:gd name="connsiteX1" fmla="*/ 1219200 w 2438400"/>
              <a:gd name="connsiteY1" fmla="*/ 2438400 h 2438400"/>
              <a:gd name="connsiteX2" fmla="*/ 0 w 2438400"/>
              <a:gd name="connsiteY2" fmla="*/ 1219200 h 2438400"/>
              <a:gd name="connsiteX3" fmla="*/ 1219200 w 2438400"/>
              <a:gd name="connsiteY3" fmla="*/ 0 h 2438400"/>
              <a:gd name="connsiteX4" fmla="*/ 2438400 w 2438400"/>
              <a:gd name="connsiteY4" fmla="*/ 121920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8400" h="2438400">
                <a:moveTo>
                  <a:pt x="2438400" y="1219200"/>
                </a:moveTo>
                <a:cubicBezTo>
                  <a:pt x="2438400" y="1892546"/>
                  <a:pt x="1892546" y="2438400"/>
                  <a:pt x="1219200" y="2438400"/>
                </a:cubicBezTo>
                <a:cubicBezTo>
                  <a:pt x="545854" y="2438400"/>
                  <a:pt x="0" y="1892546"/>
                  <a:pt x="0" y="1219200"/>
                </a:cubicBezTo>
                <a:cubicBezTo>
                  <a:pt x="0" y="545854"/>
                  <a:pt x="545854" y="0"/>
                  <a:pt x="1219200" y="0"/>
                </a:cubicBezTo>
                <a:cubicBezTo>
                  <a:pt x="1892546" y="0"/>
                  <a:pt x="2438400" y="545854"/>
                  <a:pt x="2438400" y="121920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9E3B7160-D03E-68E7-39EC-6451C108C26C}"/>
              </a:ext>
            </a:extLst>
          </p:cNvPr>
          <p:cNvSpPr/>
          <p:nvPr/>
        </p:nvSpPr>
        <p:spPr>
          <a:xfrm>
            <a:off x="9144000" y="6096000"/>
            <a:ext cx="3048000" cy="3048000"/>
          </a:xfrm>
          <a:custGeom>
            <a:avLst/>
            <a:gdLst>
              <a:gd name="connsiteX0" fmla="*/ 3048000 w 3048000"/>
              <a:gd name="connsiteY0" fmla="*/ 1524000 h 3048000"/>
              <a:gd name="connsiteX1" fmla="*/ 1524000 w 3048000"/>
              <a:gd name="connsiteY1" fmla="*/ 3048000 h 3048000"/>
              <a:gd name="connsiteX2" fmla="*/ 0 w 3048000"/>
              <a:gd name="connsiteY2" fmla="*/ 1524000 h 3048000"/>
              <a:gd name="connsiteX3" fmla="*/ 1524000 w 3048000"/>
              <a:gd name="connsiteY3" fmla="*/ 0 h 3048000"/>
              <a:gd name="connsiteX4" fmla="*/ 3048000 w 3048000"/>
              <a:gd name="connsiteY4" fmla="*/ 152400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3048000">
                <a:moveTo>
                  <a:pt x="3048000" y="1524000"/>
                </a:moveTo>
                <a:cubicBezTo>
                  <a:pt x="3048000" y="2365682"/>
                  <a:pt x="2365682" y="3048000"/>
                  <a:pt x="1524000" y="3048000"/>
                </a:cubicBezTo>
                <a:cubicBezTo>
                  <a:pt x="682318" y="3048000"/>
                  <a:pt x="0" y="2365682"/>
                  <a:pt x="0" y="1524000"/>
                </a:cubicBezTo>
                <a:cubicBezTo>
                  <a:pt x="0" y="682318"/>
                  <a:pt x="682318" y="0"/>
                  <a:pt x="1524000" y="0"/>
                </a:cubicBezTo>
                <a:cubicBezTo>
                  <a:pt x="2365682" y="0"/>
                  <a:pt x="3048000" y="682318"/>
                  <a:pt x="3048000" y="152400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0542C7B-A739-D79E-3F83-C22DA8811C98}"/>
              </a:ext>
            </a:extLst>
          </p:cNvPr>
          <p:cNvSpPr txBox="1"/>
          <p:nvPr/>
        </p:nvSpPr>
        <p:spPr>
          <a:xfrm>
            <a:off x="1476494" y="2340054"/>
            <a:ext cx="9238059" cy="908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4320" b="1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Google Workspace </a:t>
            </a:r>
            <a:r>
              <a:rPr lang="ja-JP" altLang="en-US" sz="4320" b="1" spc="0" baseline="0" dirty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とは？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ABA2012-52D5-F827-776F-691F014A5E1D}"/>
              </a:ext>
            </a:extLst>
          </p:cNvPr>
          <p:cNvSpPr txBox="1"/>
          <p:nvPr/>
        </p:nvSpPr>
        <p:spPr>
          <a:xfrm>
            <a:off x="3078480" y="3802380"/>
            <a:ext cx="6035040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88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〜仕事をスムーズに進める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97E725-E38E-2FD2-90DC-040B4AAD885A}"/>
              </a:ext>
            </a:extLst>
          </p:cNvPr>
          <p:cNvSpPr txBox="1"/>
          <p:nvPr/>
        </p:nvSpPr>
        <p:spPr>
          <a:xfrm>
            <a:off x="4053840" y="4564380"/>
            <a:ext cx="4084320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880" spc="0" baseline="0" dirty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クラウドツール〜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C408DBA1-1725-562B-4AAB-083536F58B0B}"/>
              </a:ext>
            </a:extLst>
          </p:cNvPr>
          <p:cNvSpPr/>
          <p:nvPr/>
        </p:nvSpPr>
        <p:spPr>
          <a:xfrm>
            <a:off x="1524000" y="6096000"/>
            <a:ext cx="9144000" cy="2133600"/>
          </a:xfrm>
          <a:custGeom>
            <a:avLst/>
            <a:gdLst>
              <a:gd name="connsiteX0" fmla="*/ 8991600 w 9144000"/>
              <a:gd name="connsiteY0" fmla="*/ 0 h 2133600"/>
              <a:gd name="connsiteX1" fmla="*/ 9144000 w 9144000"/>
              <a:gd name="connsiteY1" fmla="*/ 0 h 2133600"/>
              <a:gd name="connsiteX2" fmla="*/ 9144000 w 9144000"/>
              <a:gd name="connsiteY2" fmla="*/ 2133600 h 2133600"/>
              <a:gd name="connsiteX3" fmla="*/ 8991600 w 9144000"/>
              <a:gd name="connsiteY3" fmla="*/ 2133600 h 2133600"/>
              <a:gd name="connsiteX4" fmla="*/ 152400 w 9144000"/>
              <a:gd name="connsiteY4" fmla="*/ 2133600 h 2133600"/>
              <a:gd name="connsiteX5" fmla="*/ 0 w 9144000"/>
              <a:gd name="connsiteY5" fmla="*/ 2133600 h 2133600"/>
              <a:gd name="connsiteX6" fmla="*/ 0 w 9144000"/>
              <a:gd name="connsiteY6" fmla="*/ 0 h 2133600"/>
              <a:gd name="connsiteX7" fmla="*/ 152400 w 9144000"/>
              <a:gd name="connsiteY7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133600">
                <a:moveTo>
                  <a:pt x="8991600" y="0"/>
                </a:moveTo>
                <a:cubicBezTo>
                  <a:pt x="9075768" y="0"/>
                  <a:pt x="9144000" y="0"/>
                  <a:pt x="9144000" y="0"/>
                </a:cubicBezTo>
                <a:lnTo>
                  <a:pt x="9144000" y="2133600"/>
                </a:lnTo>
                <a:cubicBezTo>
                  <a:pt x="9144000" y="2133600"/>
                  <a:pt x="9075768" y="2133600"/>
                  <a:pt x="8991600" y="2133600"/>
                </a:cubicBezTo>
                <a:lnTo>
                  <a:pt x="152400" y="2133600"/>
                </a:lnTo>
                <a:cubicBezTo>
                  <a:pt x="68232" y="2133600"/>
                  <a:pt x="0" y="2133600"/>
                  <a:pt x="0" y="2133600"/>
                </a:cubicBezTo>
                <a:lnTo>
                  <a:pt x="0" y="0"/>
                </a:lnTo>
                <a:cubicBezTo>
                  <a:pt x="0" y="0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524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1B97CA6-824C-D51C-E95D-F80E0F3CEE33}"/>
              </a:ext>
            </a:extLst>
          </p:cNvPr>
          <p:cNvSpPr txBox="1"/>
          <p:nvPr/>
        </p:nvSpPr>
        <p:spPr>
          <a:xfrm>
            <a:off x="1737360" y="6211460"/>
            <a:ext cx="2382812" cy="456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20" b="1" spc="0" baseline="0">
                <a:ln/>
                <a:solidFill>
                  <a:srgbClr val="4285F4"/>
                </a:solidFill>
                <a:latin typeface="Segoe UI Emoji"/>
                <a:sym typeface="Segoe UI Emoji"/>
                <a:rtl val="0"/>
              </a:rPr>
              <a:t>💬</a:t>
            </a:r>
            <a:r>
              <a:rPr lang="ja-JP" altLang="en-US" sz="1620" b="1" spc="0" baseline="0">
                <a:ln/>
                <a:solidFill>
                  <a:srgbClr val="4285F4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ja-JP" altLang="en-US" sz="1620" b="1" spc="0" baseline="0">
                <a:ln/>
                <a:solidFill>
                  <a:srgbClr val="4285F4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話すことの例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35041C-ED1E-9BF0-6229-5492000D185B}"/>
              </a:ext>
            </a:extLst>
          </p:cNvPr>
          <p:cNvSpPr txBox="1"/>
          <p:nvPr/>
        </p:nvSpPr>
        <p:spPr>
          <a:xfrm>
            <a:off x="1737360" y="6743938"/>
            <a:ext cx="6532840" cy="363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40" spc="0" baseline="0">
                <a:ln/>
                <a:solidFill>
                  <a:srgbClr val="333333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「今日は</a:t>
            </a:r>
            <a:r>
              <a:rPr lang="ja-JP" altLang="en-US" sz="1440" spc="0" baseline="0">
                <a:ln/>
                <a:solidFill>
                  <a:srgbClr val="333333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 Google Workspace </a:t>
            </a:r>
            <a:r>
              <a:rPr lang="ja-JP" altLang="en-US" sz="1440" spc="0" baseline="0">
                <a:ln/>
                <a:solidFill>
                  <a:srgbClr val="333333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という、仕事を効率化できる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9BA3D2-764A-6064-28A2-E024FED9C9D8}"/>
              </a:ext>
            </a:extLst>
          </p:cNvPr>
          <p:cNvSpPr txBox="1"/>
          <p:nvPr/>
        </p:nvSpPr>
        <p:spPr>
          <a:xfrm>
            <a:off x="1737360" y="7136130"/>
            <a:ext cx="652272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40" spc="0" baseline="0">
                <a:ln/>
                <a:solidFill>
                  <a:srgbClr val="333333"/>
                </a:solidFill>
                <a:latin typeface="ＭＳ ゴシック"/>
                <a:ea typeface="ＭＳ ゴシック"/>
                <a:sym typeface="ＭＳ ゴシック"/>
                <a:rtl val="0"/>
              </a:rPr>
              <a:t>便利なツールについてお話しします。難しいことは抜きに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EF7B799-F63E-5EC2-790B-A0121F54DCF5}"/>
              </a:ext>
            </a:extLst>
          </p:cNvPr>
          <p:cNvSpPr txBox="1"/>
          <p:nvPr/>
        </p:nvSpPr>
        <p:spPr>
          <a:xfrm>
            <a:off x="1737360" y="7517130"/>
            <a:ext cx="603504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40" spc="0" baseline="0">
                <a:ln/>
                <a:solidFill>
                  <a:srgbClr val="333333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して、どんな場面で役立つかを中心に紹介します。」</a:t>
            </a:r>
          </a:p>
        </p:txBody>
      </p:sp>
    </p:spTree>
    <p:extLst>
      <p:ext uri="{BB962C8B-B14F-4D97-AF65-F5344CB8AC3E}">
        <p14:creationId xmlns:p14="http://schemas.microsoft.com/office/powerpoint/2010/main" val="2145681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DC34FE-9B81-DF69-25A5-AEEC71D4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B5B0899-0C7C-AB6B-D0CD-F82C1EF13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</p:spPr>
      </p:pic>
    </p:spTree>
    <p:extLst>
      <p:ext uri="{BB962C8B-B14F-4D97-AF65-F5344CB8AC3E}">
        <p14:creationId xmlns:p14="http://schemas.microsoft.com/office/powerpoint/2010/main" val="299904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9AADE-432F-A6C1-3CA4-4FAF8238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9C91355-07FD-B588-D8C6-6D65409E8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</p:spPr>
      </p:pic>
    </p:spTree>
    <p:extLst>
      <p:ext uri="{BB962C8B-B14F-4D97-AF65-F5344CB8AC3E}">
        <p14:creationId xmlns:p14="http://schemas.microsoft.com/office/powerpoint/2010/main" val="356844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4BA87-7D99-6967-C21D-72FC1468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28E609D-C7CF-E075-2A54-3012C02CA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</p:spPr>
      </p:pic>
    </p:spTree>
    <p:extLst>
      <p:ext uri="{BB962C8B-B14F-4D97-AF65-F5344CB8AC3E}">
        <p14:creationId xmlns:p14="http://schemas.microsoft.com/office/powerpoint/2010/main" val="223467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57</Words>
  <Application>Microsoft Office PowerPoint</Application>
  <PresentationFormat>ワイド画面</PresentationFormat>
  <Paragraphs>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ＭＳ ゴシック</vt:lpstr>
      <vt:lpstr>游ゴシック</vt:lpstr>
      <vt:lpstr>游ゴシック Light</vt:lpstr>
      <vt:lpstr>Arial</vt:lpstr>
      <vt:lpstr>Segoe UI Emoji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2</cp:revision>
  <dcterms:created xsi:type="dcterms:W3CDTF">2025-12-05T03:42:41Z</dcterms:created>
  <dcterms:modified xsi:type="dcterms:W3CDTF">2025-12-05T06:38:44Z</dcterms:modified>
</cp:coreProperties>
</file>