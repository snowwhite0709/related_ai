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E1F28B-32E9-A549-BE1B-1EB8B537B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AF2E2E-DFE0-D955-7622-3E71A8B65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FC98C1-51F9-363F-2D25-F0A9487FC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BE31AE-FE71-8CA9-5EBC-2C89EE3C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5543F-C788-81A2-4639-5F80C8C0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21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E216D-0F02-6BC1-495B-5174833D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A42A23-C33D-7A80-BA70-A20CDFC0A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85F2C3-4F89-B55E-CF28-6D8A77AE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71F3F2-31E6-1EFF-E7B9-101AE599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EBBCD6-B1C2-D9DD-6800-060FAF64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97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119F2-8222-74C1-083D-79D43022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FE6BCF-1DDC-7B8C-E1A8-7C89D1ACA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9F8000-77B5-CD48-EFB5-AB86E12A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84E53F-6C56-30D0-1E08-5BA97A77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1FEA8-E53A-1DE3-0CCE-2394069E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81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753A5E-9BFE-8E39-53B4-3E1FC617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C924C-4144-CE7F-2444-2D229D74A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96A169-0455-2E0D-B38A-56553294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4BD17E-A931-ACE4-DC12-E53AB335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2BBA6E-A14E-7CA9-7D4A-EA0D85BF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14AF17-2813-2221-E8CE-94F05977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28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22BCA-78CC-AD77-3993-6A862F44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7099A8-B68E-0168-DE55-0032FCAD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73EE13-604C-F8F2-8C48-B79F8E655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F33320-10AD-B90C-569E-8D4BCB8CE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11D01C-1A43-D193-E218-C777BD7E3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BF1CA88-7A27-5933-5649-479EF3DE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9E05A0-F07D-36C3-1330-70037A07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253200-867A-D687-1B33-824FF54E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85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2AFDBC-B883-1FA0-C222-7D4CC6C9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6C0DF8-1BFB-3E3B-80C8-C93BE8A2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E96B39-D09B-C3BE-885E-8250F537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463B31-24E4-03AB-45A3-6B2A78D8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02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CC8592-1C5E-1677-C44F-305631FE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0071512-D904-58EF-5BD5-08AB707F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9CF242-D2BB-21F7-203F-EC270D84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53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FAE5D1-1E36-B39B-9F6E-A68F5ADF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37C440-106E-1294-6BC3-D310CFF6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7FA7A9-5BEA-51AD-2E4B-97B599B75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539F01-FFCC-643D-C9B1-DEBFAF78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18A124-3F4D-B55B-76C1-DEDBF5C9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EDB806-6D6F-EDDC-7A3D-A3BB3744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89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662D7-65B6-D2CA-4DE0-FCE2EE95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4FC14B-9504-3822-CD97-EBF823E69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08B722-A0EB-BDDD-6ACA-DFDBE1920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D9324A-E94C-09F1-7BD8-A0DB3DE2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69CA85-0F78-5A4E-750F-F11EC05F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64040E-BF2B-4C32-DBA6-E1CECDE7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87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7A2CF-08C0-B940-AB42-FA5DCBE6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B809AB-9B1D-DFEF-DA47-5A58373DE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35447D-AAB3-5525-FE74-5848B66A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6A35A-87D4-C763-BCFB-C62C8579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3A482-6363-BF98-B98C-B549E301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45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8CF60E-3B7C-20D9-067B-A634EDDB4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DF1996-FD6A-733E-2AAE-12E09A2D5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FC7CF-4DAD-F492-8662-DA069A69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CCF8F-8252-0AB8-C27F-FD2C5956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4868E-684C-A618-3103-AAB1EF84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04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F7A461-6962-0757-4CDF-237B430D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9D0415-602A-FBE6-7E71-7324BFD63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34EE99-6B1E-C268-2F8F-6A0E58BE5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1556A-7E66-4B87-B6C5-97F97E5AE34B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D071BA-CDA0-4A49-E376-3FA3B6DA3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DABCD-7B66-B3C0-E965-62C87BEC1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90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ED00BB3-4E15-FBC0-A0A9-3B8F3D288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endParaRPr kumimoji="1"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45078D-051C-376D-8654-0EA33E5B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4061345"/>
            <a:ext cx="4561369" cy="1416090"/>
          </a:xfrm>
        </p:spPr>
        <p:txBody>
          <a:bodyPr anchor="t">
            <a:normAutofit/>
          </a:bodyPr>
          <a:lstStyle/>
          <a:p>
            <a:endParaRPr kumimoji="1" lang="ja-JP" altLang="en-US" sz="1400">
              <a:solidFill>
                <a:srgbClr val="595959"/>
              </a:solidFill>
            </a:endParaRPr>
          </a:p>
        </p:txBody>
      </p:sp>
      <p:pic>
        <p:nvPicPr>
          <p:cNvPr id="5" name="図 4" descr="挿絵, 抽象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21E5719-EDCC-F871-8D52-9F8FF1D59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935" y="1786106"/>
            <a:ext cx="4018430" cy="328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0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6B2B0A-1032-0D42-C07A-EBC4DEAC4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640" y="404734"/>
            <a:ext cx="11190737" cy="6294789"/>
          </a:xfrm>
        </p:spPr>
      </p:pic>
    </p:spTree>
    <p:extLst>
      <p:ext uri="{BB962C8B-B14F-4D97-AF65-F5344CB8AC3E}">
        <p14:creationId xmlns:p14="http://schemas.microsoft.com/office/powerpoint/2010/main" val="295558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99B4E-755D-62D2-24EC-5C0D2744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5CDDD0-C6D0-F2CB-0467-AC66177D5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11" y="260195"/>
            <a:ext cx="11250697" cy="6328517"/>
          </a:xfrm>
        </p:spPr>
      </p:pic>
    </p:spTree>
    <p:extLst>
      <p:ext uri="{BB962C8B-B14F-4D97-AF65-F5344CB8AC3E}">
        <p14:creationId xmlns:p14="http://schemas.microsoft.com/office/powerpoint/2010/main" val="344736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2025-12-03T00:32:14Z</dcterms:created>
  <dcterms:modified xsi:type="dcterms:W3CDTF">2025-12-03T02:58:53Z</dcterms:modified>
</cp:coreProperties>
</file>